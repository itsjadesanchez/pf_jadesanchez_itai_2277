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ctrTitle"/>
          </p:nvPr>
        </p:nvSpPr>
        <p:spPr>
          <a:xfrm>
            <a:off x="660399" y="1180512"/>
            <a:ext cx="10858500" cy="2174216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72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84" name="AutoShape 84"/>
          <p:cNvSpPr>
            <a:spLocks noGrp="1"/>
          </p:cNvSpPr>
          <p:nvPr>
            <p:ph type="subTitle" sz="quarter" idx="1"/>
          </p:nvPr>
        </p:nvSpPr>
        <p:spPr>
          <a:xfrm>
            <a:off x="660399" y="3482429"/>
            <a:ext cx="10858500" cy="81869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003800"/>
          </a:xfr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328414" y="1500189"/>
            <a:ext cx="2061861" cy="864515"/>
          </a:xfrm>
          <a:prstGeom prst="rect">
            <a:avLst/>
          </a:prstGeom>
          <a:noFill/>
        </p:spPr>
        <p:txBody>
          <a:bodyPr vert="horz" lIns="91440" tIns="45720" rIns="91440" bIns="45720" anchor="t">
            <a:norm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id="3" name="AutoShape 3"/>
          <p:cNvSpPr>
            <a:spLocks noGrp="1"/>
          </p:cNvSpPr>
          <p:nvPr>
            <p:ph sz="quarter" idx="1"/>
          </p:nvPr>
        </p:nvSpPr>
        <p:spPr>
          <a:xfrm>
            <a:off x="3638391" y="1500189"/>
            <a:ext cx="7880509" cy="4633912"/>
          </a:xfrm>
        </p:spPr>
        <p:txBody>
          <a:bodyPr vert="horz" lIns="91440" tIns="45720" rIns="91440" bIns="45720" anchor="t"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800100" lvl="1" indent="-342900" algn="l">
              <a:lnSpc>
                <a:spcPct val="10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257300" lvl="2" indent="-342900" algn="l">
              <a:lnSpc>
                <a:spcPct val="10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0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0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title"/>
          </p:nvPr>
        </p:nvSpPr>
        <p:spPr>
          <a:xfrm>
            <a:off x="660402" y="1724212"/>
            <a:ext cx="10858498" cy="1886854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84" name="AutoShape 84"/>
          <p:cNvSpPr>
            <a:spLocks noGrp="1"/>
          </p:cNvSpPr>
          <p:nvPr>
            <p:ph type="body" sz="quarter" idx="1"/>
          </p:nvPr>
        </p:nvSpPr>
        <p:spPr>
          <a:xfrm>
            <a:off x="660402" y="3622918"/>
            <a:ext cx="10858498" cy="1466851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</p:txBody>
      </p:sp>
      <p:sp>
        <p:nvSpPr>
          <p:cNvPr id="85" name="AutoShape 8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af-ZA" sz="1200" b="0" i="0" u="none" baseline="0">
                <a:solidFill>
                  <a:srgbClr val="FFFFFF"/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id="86" name="AutoShape 8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000000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000000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1" cy="6858571"/>
            <a:chOff x="0" y="0"/>
            <a:chExt cx="12192001" cy="685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DA8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345837" y="3457662"/>
              <a:ext cx="1498663" cy="1393126"/>
            </a:xfrm>
            <a:custGeom>
              <a:avLst/>
              <a:gdLst/>
              <a:ahLst/>
              <a:cxnLst/>
              <a:rect l="l" t="t" r="r" b="b"/>
              <a:pathLst>
                <a:path w="1498663" h="1393126">
                  <a:moveTo>
                    <a:pt x="1498663" y="696563"/>
                  </a:moveTo>
                  <a:cubicBezTo>
                    <a:pt x="1498663" y="1081265"/>
                    <a:pt x="1163176" y="1393127"/>
                    <a:pt x="749332" y="1393127"/>
                  </a:cubicBezTo>
                  <a:cubicBezTo>
                    <a:pt x="335487" y="1393127"/>
                    <a:pt x="0" y="1081265"/>
                    <a:pt x="0" y="696563"/>
                  </a:cubicBezTo>
                  <a:cubicBezTo>
                    <a:pt x="0" y="311862"/>
                    <a:pt x="335487" y="0"/>
                    <a:pt x="749332" y="0"/>
                  </a:cubicBezTo>
                  <a:cubicBezTo>
                    <a:pt x="1163176" y="0"/>
                    <a:pt x="1498663" y="311862"/>
                    <a:pt x="1498663" y="696563"/>
                  </a:cubicBezTo>
                  <a:close/>
                </a:path>
              </a:pathLst>
            </a:custGeom>
            <a:solidFill>
              <a:srgbClr val="FFE592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444322" y="2105026"/>
              <a:ext cx="5747679" cy="4752975"/>
            </a:xfrm>
            <a:custGeom>
              <a:avLst/>
              <a:gdLst/>
              <a:ahLst/>
              <a:cxnLst/>
              <a:rect l="l" t="t" r="r" b="b"/>
              <a:pathLst>
                <a:path w="5747679" h="4752975">
                  <a:moveTo>
                    <a:pt x="4311133" y="403"/>
                  </a:moveTo>
                  <a:cubicBezTo>
                    <a:pt x="4697936" y="9349"/>
                    <a:pt x="5133063" y="166873"/>
                    <a:pt x="5503933" y="420166"/>
                  </a:cubicBezTo>
                  <a:cubicBezTo>
                    <a:pt x="5571364" y="466220"/>
                    <a:pt x="5631039" y="511608"/>
                    <a:pt x="5683851" y="556204"/>
                  </a:cubicBezTo>
                  <a:lnTo>
                    <a:pt x="5747679" y="616599"/>
                  </a:lnTo>
                  <a:lnTo>
                    <a:pt x="5747679" y="4752975"/>
                  </a:lnTo>
                  <a:lnTo>
                    <a:pt x="0" y="4752975"/>
                  </a:lnTo>
                  <a:lnTo>
                    <a:pt x="31482" y="4554509"/>
                  </a:lnTo>
                  <a:cubicBezTo>
                    <a:pt x="129078" y="4130452"/>
                    <a:pt x="416846" y="3732617"/>
                    <a:pt x="1087858" y="3545129"/>
                  </a:cubicBezTo>
                  <a:cubicBezTo>
                    <a:pt x="2877224" y="3045161"/>
                    <a:pt x="4012794" y="4125201"/>
                    <a:pt x="3407481" y="1941118"/>
                  </a:cubicBezTo>
                  <a:cubicBezTo>
                    <a:pt x="3010369" y="507752"/>
                    <a:pt x="3572691" y="-16677"/>
                    <a:pt x="4311133" y="403"/>
                  </a:cubicBezTo>
                  <a:close/>
                </a:path>
              </a:pathLst>
            </a:custGeom>
            <a:solidFill>
              <a:srgbClr val="FFCB48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211480" y="343483"/>
              <a:ext cx="1636369" cy="1427246"/>
              <a:chOff x="10634688" y="-6006744"/>
              <a:chExt cx="1636369" cy="1427246"/>
            </a:xfrm>
            <a:solidFill>
              <a:srgbClr val="FFCB48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11690794" y="-6006744"/>
                <a:ext cx="58026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580263" h="638175">
                    <a:moveTo>
                      <a:pt x="580263" y="319088"/>
                    </a:moveTo>
                    <a:cubicBezTo>
                      <a:pt x="580263" y="495315"/>
                      <a:pt x="450367" y="638175"/>
                      <a:pt x="290131" y="638175"/>
                    </a:cubicBezTo>
                    <a:cubicBezTo>
                      <a:pt x="129896" y="638175"/>
                      <a:pt x="-1" y="495315"/>
                      <a:pt x="-1" y="319088"/>
                    </a:cubicBezTo>
                    <a:cubicBezTo>
                      <a:pt x="-1" y="142860"/>
                      <a:pt x="129896" y="0"/>
                      <a:pt x="290131" y="0"/>
                    </a:cubicBezTo>
                    <a:cubicBezTo>
                      <a:pt x="450366" y="0"/>
                      <a:pt x="580263" y="142860"/>
                      <a:pt x="580263" y="319088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0634688" y="-5146806"/>
                <a:ext cx="602932" cy="567308"/>
              </a:xfrm>
              <a:custGeom>
                <a:avLst/>
                <a:gdLst/>
                <a:ahLst/>
                <a:cxnLst/>
                <a:rect l="l" t="t" r="r" b="b"/>
                <a:pathLst>
                  <a:path w="602932" h="567308">
                    <a:moveTo>
                      <a:pt x="602933" y="283655"/>
                    </a:moveTo>
                    <a:cubicBezTo>
                      <a:pt x="602933" y="440313"/>
                      <a:pt x="467961" y="567309"/>
                      <a:pt x="301466" y="567309"/>
                    </a:cubicBezTo>
                    <a:cubicBezTo>
                      <a:pt x="134971" y="567309"/>
                      <a:pt x="0" y="440313"/>
                      <a:pt x="0" y="283655"/>
                    </a:cubicBezTo>
                    <a:cubicBezTo>
                      <a:pt x="0" y="126996"/>
                      <a:pt x="134971" y="0"/>
                      <a:pt x="301466" y="0"/>
                    </a:cubicBezTo>
                    <a:cubicBezTo>
                      <a:pt x="467961" y="0"/>
                      <a:pt x="602933" y="126996"/>
                      <a:pt x="602933" y="283655"/>
                    </a:cubicBezTo>
                    <a:close/>
                  </a:path>
                </a:pathLst>
              </a:custGeom>
              <a:solidFill>
                <a:srgbClr val="FFCB48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9021055" y="2844684"/>
              <a:ext cx="341233" cy="341233"/>
            </a:xfrm>
            <a:custGeom>
              <a:avLst/>
              <a:gdLst/>
              <a:ahLst/>
              <a:cxnLst/>
              <a:rect l="l" t="t" r="r" b="b"/>
              <a:pathLst>
                <a:path w="341233" h="341233">
                  <a:moveTo>
                    <a:pt x="14073" y="189333"/>
                  </a:moveTo>
                  <a:cubicBezTo>
                    <a:pt x="95607" y="213241"/>
                    <a:pt x="127992" y="245626"/>
                    <a:pt x="151900" y="327160"/>
                  </a:cubicBezTo>
                  <a:cubicBezTo>
                    <a:pt x="157424" y="345924"/>
                    <a:pt x="183809" y="345924"/>
                    <a:pt x="189333" y="327160"/>
                  </a:cubicBezTo>
                  <a:cubicBezTo>
                    <a:pt x="213241" y="245626"/>
                    <a:pt x="245626" y="213241"/>
                    <a:pt x="327160" y="189333"/>
                  </a:cubicBezTo>
                  <a:cubicBezTo>
                    <a:pt x="345924" y="183809"/>
                    <a:pt x="345924" y="157424"/>
                    <a:pt x="327160" y="151900"/>
                  </a:cubicBezTo>
                  <a:cubicBezTo>
                    <a:pt x="245626" y="127992"/>
                    <a:pt x="213241" y="95607"/>
                    <a:pt x="189333" y="14073"/>
                  </a:cubicBezTo>
                  <a:cubicBezTo>
                    <a:pt x="183809" y="-4691"/>
                    <a:pt x="157424" y="-4691"/>
                    <a:pt x="151900" y="14073"/>
                  </a:cubicBezTo>
                  <a:cubicBezTo>
                    <a:pt x="127992" y="95607"/>
                    <a:pt x="95607" y="127992"/>
                    <a:pt x="14073" y="151900"/>
                  </a:cubicBezTo>
                  <a:cubicBezTo>
                    <a:pt x="-4691" y="157424"/>
                    <a:pt x="-4691" y="183809"/>
                    <a:pt x="14073" y="189333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856762" y="3892249"/>
              <a:ext cx="5134322" cy="2965751"/>
              <a:chOff x="5365315" y="-5239314"/>
              <a:chExt cx="6253564" cy="361226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365315" y="-2645085"/>
                <a:ext cx="6253564" cy="1018032"/>
                <a:chOff x="5365315" y="-2645085"/>
                <a:chExt cx="6253564" cy="1018032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5365315" y="-2645085"/>
                  <a:ext cx="6253564" cy="1018032"/>
                  <a:chOff x="5365315" y="-2645085"/>
                  <a:chExt cx="6253564" cy="1018032"/>
                </a:xfrm>
              </p:grpSpPr>
              <p:sp>
                <p:nvSpPr>
                  <p:cNvPr id="13" name="Freeform 13"/>
                  <p:cNvSpPr/>
                  <p:nvPr/>
                </p:nvSpPr>
                <p:spPr>
                  <a:xfrm>
                    <a:off x="5365315" y="-2645085"/>
                    <a:ext cx="19175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594" h="1017936">
                        <a:moveTo>
                          <a:pt x="1917594" y="1017937"/>
                        </a:move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1917594" y="0"/>
                        </a:lnTo>
                        <a:cubicBezTo>
                          <a:pt x="1917594" y="0"/>
                          <a:pt x="1443916" y="459486"/>
                          <a:pt x="1917594" y="1017937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4" name="Freeform 14"/>
                  <p:cNvSpPr/>
                  <p:nvPr/>
                </p:nvSpPr>
                <p:spPr>
                  <a:xfrm>
                    <a:off x="7072386" y="-2644990"/>
                    <a:ext cx="4546494" cy="1017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6494" h="1017936">
                        <a:moveTo>
                          <a:pt x="156707" y="348996"/>
                        </a:moveTo>
                        <a:cubicBezTo>
                          <a:pt x="102224" y="528542"/>
                          <a:pt x="141848" y="708565"/>
                          <a:pt x="274341" y="884968"/>
                        </a:cubicBezTo>
                        <a:lnTo>
                          <a:pt x="4480010" y="884968"/>
                        </a:lnTo>
                        <a:cubicBezTo>
                          <a:pt x="4516681" y="884968"/>
                          <a:pt x="4546495" y="914686"/>
                          <a:pt x="4546495" y="951452"/>
                        </a:cubicBezTo>
                        <a:lnTo>
                          <a:pt x="4546495" y="951452"/>
                        </a:lnTo>
                        <a:cubicBezTo>
                          <a:pt x="4546495" y="988124"/>
                          <a:pt x="4516777" y="1017937"/>
                          <a:pt x="4480010" y="1017937"/>
                        </a:cubicBezTo>
                        <a:lnTo>
                          <a:pt x="210524" y="1017937"/>
                        </a:lnTo>
                        <a:cubicBezTo>
                          <a:pt x="-263155" y="459486"/>
                          <a:pt x="210524" y="0"/>
                          <a:pt x="210524" y="0"/>
                        </a:cubicBezTo>
                        <a:lnTo>
                          <a:pt x="4480010" y="0"/>
                        </a:lnTo>
                        <a:cubicBezTo>
                          <a:pt x="4516681" y="0"/>
                          <a:pt x="4546495" y="29718"/>
                          <a:pt x="4546495" y="66485"/>
                        </a:cubicBezTo>
                        <a:lnTo>
                          <a:pt x="4546495" y="66485"/>
                        </a:lnTo>
                        <a:cubicBezTo>
                          <a:pt x="4546495" y="103156"/>
                          <a:pt x="4516777" y="132969"/>
                          <a:pt x="4480010" y="132969"/>
                        </a:cubicBezTo>
                        <a:lnTo>
                          <a:pt x="270817" y="132969"/>
                        </a:lnTo>
                        <a:cubicBezTo>
                          <a:pt x="237384" y="175355"/>
                          <a:pt x="186330" y="251365"/>
                          <a:pt x="156707" y="348996"/>
                        </a:cubicBezTo>
                        <a:close/>
                      </a:path>
                    </a:pathLst>
                  </a:custGeom>
                  <a:solidFill>
                    <a:srgbClr val="FF7402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7205406" y="-2512116"/>
                    <a:ext cx="4216211" cy="7520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16211" h="752093">
                        <a:moveTo>
                          <a:pt x="4216211" y="0"/>
                        </a:moveTo>
                        <a:lnTo>
                          <a:pt x="4216211" y="752094"/>
                        </a:lnTo>
                        <a:lnTo>
                          <a:pt x="141321" y="752094"/>
                        </a:lnTo>
                        <a:cubicBezTo>
                          <a:pt x="8828" y="575786"/>
                          <a:pt x="-30796" y="395669"/>
                          <a:pt x="23687" y="216122"/>
                        </a:cubicBezTo>
                        <a:cubicBezTo>
                          <a:pt x="53310" y="118491"/>
                          <a:pt x="104364" y="42481"/>
                          <a:pt x="137797" y="0"/>
                        </a:cubicBezTo>
                        <a:lnTo>
                          <a:pt x="421621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16" name="Freeform 16"/>
                <p:cNvSpPr/>
                <p:nvPr/>
              </p:nvSpPr>
              <p:spPr>
                <a:xfrm>
                  <a:off x="7953184" y="-2280945"/>
                  <a:ext cx="319782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828" h="9525">
                      <a:moveTo>
                        <a:pt x="3197829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8780144" y="-2143880"/>
                  <a:ext cx="2357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7723" h="9525">
                      <a:moveTo>
                        <a:pt x="0" y="0"/>
                      </a:moveTo>
                      <a:lnTo>
                        <a:pt x="2357724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7527988" y="-1902897"/>
                  <a:ext cx="376104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041" h="9525">
                      <a:moveTo>
                        <a:pt x="3761042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111584" y="-2287803"/>
                  <a:ext cx="430815" cy="336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815" h="336041">
                      <a:moveTo>
                        <a:pt x="430816" y="336042"/>
                      </a:moveTo>
                      <a:lnTo>
                        <a:pt x="255366" y="249650"/>
                      </a:lnTo>
                      <a:lnTo>
                        <a:pt x="124683" y="336042"/>
                      </a:lnTo>
                      <a:lnTo>
                        <a:pt x="0" y="0"/>
                      </a:lnTo>
                      <a:lnTo>
                        <a:pt x="306134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5757385" y="-2251893"/>
                  <a:ext cx="919733" cy="225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9733" h="225361">
                      <a:moveTo>
                        <a:pt x="919734" y="112681"/>
                      </a:moveTo>
                      <a:cubicBezTo>
                        <a:pt x="919734" y="174913"/>
                        <a:pt x="713845" y="225361"/>
                        <a:pt x="459867" y="225361"/>
                      </a:cubicBezTo>
                      <a:cubicBezTo>
                        <a:pt x="205889" y="225361"/>
                        <a:pt x="0" y="174912"/>
                        <a:pt x="0" y="112681"/>
                      </a:cubicBezTo>
                      <a:cubicBezTo>
                        <a:pt x="0" y="50449"/>
                        <a:pt x="205889" y="0"/>
                        <a:pt x="459867" y="0"/>
                      </a:cubicBezTo>
                      <a:cubicBezTo>
                        <a:pt x="713845" y="0"/>
                        <a:pt x="919734" y="50449"/>
                        <a:pt x="919734" y="112681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550754" y="-3503193"/>
                <a:ext cx="4401184" cy="861631"/>
                <a:chOff x="6550754" y="-3503193"/>
                <a:chExt cx="4401184" cy="861631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6550754" y="-3503193"/>
                  <a:ext cx="4401184" cy="861631"/>
                  <a:chOff x="6550754" y="-3503193"/>
                  <a:chExt cx="4401184" cy="861631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7752238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3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6583520" y="-3503193"/>
                    <a:ext cx="1346803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6803" h="861631">
                        <a:moveTo>
                          <a:pt x="1346803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1346803" y="0"/>
                        </a:lnTo>
                        <a:cubicBezTo>
                          <a:pt x="1346803" y="0"/>
                          <a:pt x="945896" y="388906"/>
                          <a:pt x="1346803" y="861632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8028272" y="-3503097"/>
                    <a:ext cx="2923666" cy="8615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3666" h="861536">
                        <a:moveTo>
                          <a:pt x="132652" y="295370"/>
                        </a:moveTo>
                        <a:cubicBezTo>
                          <a:pt x="86551" y="447294"/>
                          <a:pt x="120078" y="599694"/>
                          <a:pt x="232188" y="748951"/>
                        </a:cubicBezTo>
                        <a:lnTo>
                          <a:pt x="2867375" y="748951"/>
                        </a:lnTo>
                        <a:cubicBezTo>
                          <a:pt x="2898426" y="748951"/>
                          <a:pt x="2923667" y="774097"/>
                          <a:pt x="2923667" y="805244"/>
                        </a:cubicBezTo>
                        <a:lnTo>
                          <a:pt x="2923667" y="805244"/>
                        </a:lnTo>
                        <a:cubicBezTo>
                          <a:pt x="2923667" y="836295"/>
                          <a:pt x="2898521" y="861536"/>
                          <a:pt x="2867375" y="861536"/>
                        </a:cubicBezTo>
                        <a:lnTo>
                          <a:pt x="178181" y="861536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2867375" y="0"/>
                        </a:lnTo>
                        <a:cubicBezTo>
                          <a:pt x="2898426" y="0"/>
                          <a:pt x="2923667" y="25146"/>
                          <a:pt x="2923667" y="56293"/>
                        </a:cubicBezTo>
                        <a:lnTo>
                          <a:pt x="2923667" y="56293"/>
                        </a:lnTo>
                        <a:cubicBezTo>
                          <a:pt x="2923667" y="87344"/>
                          <a:pt x="2898521" y="112586"/>
                          <a:pt x="2867375" y="112586"/>
                        </a:cubicBezTo>
                        <a:lnTo>
                          <a:pt x="229235" y="112586"/>
                        </a:lnTo>
                        <a:cubicBezTo>
                          <a:pt x="200946" y="148495"/>
                          <a:pt x="157702" y="212788"/>
                          <a:pt x="132652" y="295370"/>
                        </a:cubicBezTo>
                        <a:close/>
                      </a:path>
                    </a:pathLst>
                  </a:custGeom>
                  <a:solidFill>
                    <a:srgbClr val="1B327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8140881" y="-3390607"/>
                    <a:ext cx="2644085" cy="6365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4085" h="636555">
                        <a:moveTo>
                          <a:pt x="2644086" y="0"/>
                        </a:moveTo>
                        <a:lnTo>
                          <a:pt x="2644086" y="636556"/>
                        </a:lnTo>
                        <a:lnTo>
                          <a:pt x="119579" y="636556"/>
                        </a:lnTo>
                        <a:cubicBezTo>
                          <a:pt x="7470" y="487299"/>
                          <a:pt x="-26058" y="334899"/>
                          <a:pt x="20043" y="182975"/>
                        </a:cubicBezTo>
                        <a:cubicBezTo>
                          <a:pt x="45094" y="100298"/>
                          <a:pt x="88337" y="36004"/>
                          <a:pt x="116626" y="0"/>
                        </a:cubicBezTo>
                        <a:lnTo>
                          <a:pt x="2644086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6550754" y="-3503193"/>
                    <a:ext cx="454310" cy="8616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310" h="861631">
                        <a:moveTo>
                          <a:pt x="454311" y="861632"/>
                        </a:moveTo>
                        <a:lnTo>
                          <a:pt x="178181" y="861632"/>
                        </a:lnTo>
                        <a:cubicBezTo>
                          <a:pt x="-222726" y="388906"/>
                          <a:pt x="178181" y="0"/>
                          <a:pt x="178181" y="0"/>
                        </a:cubicBezTo>
                        <a:lnTo>
                          <a:pt x="454311" y="0"/>
                        </a:lnTo>
                        <a:cubicBezTo>
                          <a:pt x="454311" y="0"/>
                          <a:pt x="53404" y="388906"/>
                          <a:pt x="454311" y="861632"/>
                        </a:cubicBezTo>
                        <a:close/>
                      </a:path>
                    </a:pathLst>
                  </a:custGeom>
                  <a:solidFill>
                    <a:srgbClr val="284499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28" name="Freeform 28"/>
                <p:cNvSpPr/>
                <p:nvPr/>
              </p:nvSpPr>
              <p:spPr>
                <a:xfrm>
                  <a:off x="8773667" y="-3194963"/>
                  <a:ext cx="178231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2318" h="9525">
                      <a:moveTo>
                        <a:pt x="1782318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473564" y="-3078949"/>
                  <a:ext cx="10712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76" h="9525">
                      <a:moveTo>
                        <a:pt x="0" y="0"/>
                      </a:moveTo>
                      <a:lnTo>
                        <a:pt x="107127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413908" y="-2875019"/>
                  <a:ext cx="225885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853" h="9525">
                      <a:moveTo>
                        <a:pt x="2258854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9038137" y="-5239314"/>
                <a:ext cx="1631705" cy="1728487"/>
                <a:chOff x="9038137" y="-5239314"/>
                <a:chExt cx="1631705" cy="1728487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9038137" y="-5239314"/>
                  <a:ext cx="1631705" cy="1728487"/>
                  <a:chOff x="9038137" y="-5239314"/>
                  <a:chExt cx="1631705" cy="1728487"/>
                </a:xfrm>
              </p:grpSpPr>
              <p:sp>
                <p:nvSpPr>
                  <p:cNvPr id="33" name="Freeform 33"/>
                  <p:cNvSpPr/>
                  <p:nvPr/>
                </p:nvSpPr>
                <p:spPr>
                  <a:xfrm>
                    <a:off x="9099422" y="-5217209"/>
                    <a:ext cx="753808" cy="3920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3808" h="392067">
                        <a:moveTo>
                          <a:pt x="0" y="37426"/>
                        </a:moveTo>
                        <a:cubicBezTo>
                          <a:pt x="0" y="37426"/>
                          <a:pt x="114776" y="436142"/>
                          <a:pt x="753808" y="388041"/>
                        </a:cubicBezTo>
                        <a:cubicBezTo>
                          <a:pt x="753808" y="387946"/>
                          <a:pt x="700088" y="-143073"/>
                          <a:pt x="0" y="37426"/>
                        </a:cubicBezTo>
                        <a:close/>
                      </a:path>
                    </a:pathLst>
                  </a:custGeom>
                  <a:solidFill>
                    <a:srgbClr val="0C1A44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4" name="Freeform 34"/>
                  <p:cNvSpPr/>
                  <p:nvPr/>
                </p:nvSpPr>
                <p:spPr>
                  <a:xfrm>
                    <a:off x="9713403" y="-5239314"/>
                    <a:ext cx="152788" cy="5273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788" h="527399">
                        <a:moveTo>
                          <a:pt x="0" y="0"/>
                        </a:moveTo>
                        <a:cubicBezTo>
                          <a:pt x="0" y="0"/>
                          <a:pt x="242126" y="154876"/>
                          <a:pt x="116777" y="527399"/>
                        </a:cubicBezTo>
                      </a:path>
                    </a:pathLst>
                  </a:custGeom>
                  <a:noFill/>
                  <a:ln w="19050" cap="rnd">
                    <a:solidFill>
                      <a:srgbClr val="2C0303"/>
                    </a:solidFill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35" name="Freeform 35"/>
                  <p:cNvSpPr/>
                  <p:nvPr/>
                </p:nvSpPr>
                <p:spPr>
                  <a:xfrm>
                    <a:off x="9038137" y="-4857608"/>
                    <a:ext cx="1631705" cy="1346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1705" h="1346781">
                        <a:moveTo>
                          <a:pt x="776994" y="138454"/>
                        </a:moveTo>
                        <a:cubicBezTo>
                          <a:pt x="776994" y="138454"/>
                          <a:pt x="29662" y="-226163"/>
                          <a:pt x="1278" y="410679"/>
                        </a:cubicBezTo>
                        <a:cubicBezTo>
                          <a:pt x="-27012" y="1047425"/>
                          <a:pt x="418854" y="1360512"/>
                          <a:pt x="899962" y="1346320"/>
                        </a:cubicBezTo>
                        <a:cubicBezTo>
                          <a:pt x="1381069" y="1332127"/>
                          <a:pt x="1858748" y="641089"/>
                          <a:pt x="1514610" y="173411"/>
                        </a:cubicBezTo>
                        <a:cubicBezTo>
                          <a:pt x="1243338" y="-195206"/>
                          <a:pt x="776994" y="138454"/>
                          <a:pt x="776994" y="138454"/>
                        </a:cubicBezTo>
                        <a:close/>
                      </a:path>
                    </a:pathLst>
                  </a:custGeom>
                  <a:solidFill>
                    <a:srgbClr val="FF5900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36" name="Freeform 36"/>
                <p:cNvSpPr/>
                <p:nvPr/>
              </p:nvSpPr>
              <p:spPr>
                <a:xfrm>
                  <a:off x="10044112" y="-4788306"/>
                  <a:ext cx="354711" cy="208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711" h="208978">
                      <a:moveTo>
                        <a:pt x="354711" y="104489"/>
                      </a:moveTo>
                      <a:cubicBezTo>
                        <a:pt x="354711" y="162197"/>
                        <a:pt x="275306" y="208979"/>
                        <a:pt x="177355" y="208979"/>
                      </a:cubicBezTo>
                      <a:cubicBezTo>
                        <a:pt x="79405" y="208979"/>
                        <a:pt x="0" y="162197"/>
                        <a:pt x="0" y="104489"/>
                      </a:cubicBezTo>
                      <a:cubicBezTo>
                        <a:pt x="0" y="46781"/>
                        <a:pt x="79405" y="0"/>
                        <a:pt x="177355" y="0"/>
                      </a:cubicBezTo>
                      <a:cubicBezTo>
                        <a:pt x="275306" y="0"/>
                        <a:pt x="354711" y="46781"/>
                        <a:pt x="354711" y="104489"/>
                      </a:cubicBezTo>
                      <a:close/>
                    </a:path>
                  </a:pathLst>
                </a:custGeom>
                <a:solidFill>
                  <a:srgbClr val="FF7402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sp>
          <p:nvSpPr>
            <p:cNvPr id="37" name="Freeform 37"/>
            <p:cNvSpPr/>
            <p:nvPr/>
          </p:nvSpPr>
          <p:spPr>
            <a:xfrm>
              <a:off x="7813458" y="3255479"/>
              <a:ext cx="959725" cy="960911"/>
            </a:xfrm>
            <a:custGeom>
              <a:avLst/>
              <a:gdLst/>
              <a:ahLst/>
              <a:cxnLst/>
              <a:rect l="l" t="t" r="r" b="b"/>
              <a:pathLst>
                <a:path w="959725" h="960911">
                  <a:moveTo>
                    <a:pt x="705225" y="36475"/>
                  </a:moveTo>
                  <a:lnTo>
                    <a:pt x="702939" y="312319"/>
                  </a:lnTo>
                  <a:cubicBezTo>
                    <a:pt x="702843" y="324225"/>
                    <a:pt x="708558" y="335369"/>
                    <a:pt x="718369" y="342227"/>
                  </a:cubicBezTo>
                  <a:lnTo>
                    <a:pt x="944302" y="500533"/>
                  </a:lnTo>
                  <a:cubicBezTo>
                    <a:pt x="968877" y="517678"/>
                    <a:pt x="962971" y="555587"/>
                    <a:pt x="934491" y="564636"/>
                  </a:cubicBezTo>
                  <a:lnTo>
                    <a:pt x="671411" y="647694"/>
                  </a:lnTo>
                  <a:cubicBezTo>
                    <a:pt x="660076" y="651314"/>
                    <a:pt x="651218" y="660172"/>
                    <a:pt x="647694" y="671602"/>
                  </a:cubicBezTo>
                  <a:lnTo>
                    <a:pt x="567017" y="935349"/>
                  </a:lnTo>
                  <a:cubicBezTo>
                    <a:pt x="558254" y="964019"/>
                    <a:pt x="520440" y="970115"/>
                    <a:pt x="503009" y="945732"/>
                  </a:cubicBezTo>
                  <a:lnTo>
                    <a:pt x="342703" y="721227"/>
                  </a:lnTo>
                  <a:cubicBezTo>
                    <a:pt x="335750" y="711512"/>
                    <a:pt x="324510" y="705892"/>
                    <a:pt x="312699" y="706082"/>
                  </a:cubicBezTo>
                  <a:lnTo>
                    <a:pt x="36855" y="710845"/>
                  </a:lnTo>
                  <a:cubicBezTo>
                    <a:pt x="6947" y="711321"/>
                    <a:pt x="-10674" y="677317"/>
                    <a:pt x="7137" y="653219"/>
                  </a:cubicBezTo>
                  <a:lnTo>
                    <a:pt x="171158" y="431381"/>
                  </a:lnTo>
                  <a:cubicBezTo>
                    <a:pt x="178206" y="421856"/>
                    <a:pt x="180111" y="409379"/>
                    <a:pt x="176301" y="398139"/>
                  </a:cubicBezTo>
                  <a:lnTo>
                    <a:pt x="86576" y="137249"/>
                  </a:lnTo>
                  <a:cubicBezTo>
                    <a:pt x="76860" y="108960"/>
                    <a:pt x="103816" y="81719"/>
                    <a:pt x="132201" y="91244"/>
                  </a:cubicBezTo>
                  <a:lnTo>
                    <a:pt x="393852" y="178683"/>
                  </a:lnTo>
                  <a:cubicBezTo>
                    <a:pt x="405092" y="182493"/>
                    <a:pt x="417570" y="180398"/>
                    <a:pt x="427095" y="173254"/>
                  </a:cubicBezTo>
                  <a:lnTo>
                    <a:pt x="647408" y="7328"/>
                  </a:lnTo>
                  <a:cubicBezTo>
                    <a:pt x="671316" y="-10674"/>
                    <a:pt x="705510" y="6566"/>
                    <a:pt x="705225" y="36475"/>
                  </a:cubicBezTo>
                  <a:close/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9462589" y="461102"/>
              <a:ext cx="494489" cy="1314545"/>
            </a:xfrm>
            <a:custGeom>
              <a:avLst/>
              <a:gdLst/>
              <a:ahLst/>
              <a:cxnLst/>
              <a:rect l="l" t="t" r="r" b="b"/>
              <a:pathLst>
                <a:path w="494489" h="1314545">
                  <a:moveTo>
                    <a:pt x="217091" y="0"/>
                  </a:moveTo>
                  <a:cubicBezTo>
                    <a:pt x="733537" y="224599"/>
                    <a:pt x="425308" y="828104"/>
                    <a:pt x="126127" y="859917"/>
                  </a:cubicBezTo>
                  <a:cubicBezTo>
                    <a:pt x="-173053" y="891730"/>
                    <a:pt x="128128" y="444151"/>
                    <a:pt x="327677" y="856679"/>
                  </a:cubicBezTo>
                  <a:cubicBezTo>
                    <a:pt x="449406" y="1108234"/>
                    <a:pt x="254239" y="1314545"/>
                    <a:pt x="254239" y="131454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845906" y="782715"/>
              <a:ext cx="917878" cy="566356"/>
            </a:xfrm>
            <a:custGeom>
              <a:avLst/>
              <a:gdLst/>
              <a:ahLst/>
              <a:cxnLst/>
              <a:rect l="l" t="t" r="r" b="b"/>
              <a:pathLst>
                <a:path w="917878" h="566356">
                  <a:moveTo>
                    <a:pt x="0" y="566357"/>
                  </a:moveTo>
                  <a:cubicBezTo>
                    <a:pt x="6191" y="547878"/>
                    <a:pt x="116967" y="0"/>
                    <a:pt x="560165" y="0"/>
                  </a:cubicBezTo>
                  <a:cubicBezTo>
                    <a:pt x="1003363" y="0"/>
                    <a:pt x="966502" y="369380"/>
                    <a:pt x="812578" y="320135"/>
                  </a:cubicBezTo>
                </a:path>
              </a:pathLst>
            </a:custGeom>
            <a:noFill/>
            <a:ln w="19050" cap="flat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" y="1063960"/>
              <a:ext cx="5259062" cy="5794611"/>
              <a:chOff x="0" y="257633"/>
              <a:chExt cx="5990867" cy="66009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75595" y="257633"/>
                <a:ext cx="2406205" cy="2236469"/>
              </a:xfrm>
              <a:custGeom>
                <a:avLst/>
                <a:gdLst/>
                <a:ahLst/>
                <a:cxnLst/>
                <a:rect l="l" t="t" r="r" b="b"/>
                <a:pathLst>
                  <a:path w="2406205" h="2236470">
                    <a:moveTo>
                      <a:pt x="2406205" y="1118235"/>
                    </a:moveTo>
                    <a:cubicBezTo>
                      <a:pt x="2406205" y="1735819"/>
                      <a:pt x="1867558" y="2236470"/>
                      <a:pt x="1203103" y="2236470"/>
                    </a:cubicBezTo>
                    <a:cubicBezTo>
                      <a:pt x="538647" y="2236470"/>
                      <a:pt x="0" y="1735819"/>
                      <a:pt x="0" y="1118235"/>
                    </a:cubicBezTo>
                    <a:cubicBezTo>
                      <a:pt x="0" y="500651"/>
                      <a:pt x="538647" y="0"/>
                      <a:pt x="1203103" y="0"/>
                    </a:cubicBezTo>
                    <a:cubicBezTo>
                      <a:pt x="1867558" y="0"/>
                      <a:pt x="2406205" y="500651"/>
                      <a:pt x="2406205" y="1118235"/>
                    </a:cubicBezTo>
                    <a:close/>
                  </a:path>
                </a:pathLst>
              </a:custGeom>
              <a:solidFill>
                <a:srgbClr val="FFE592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377571" y="2105025"/>
                <a:ext cx="5613296" cy="4707350"/>
                <a:chOff x="377571" y="2105025"/>
                <a:chExt cx="5613296" cy="4707350"/>
              </a:xfrm>
              <a:solidFill>
                <a:srgbClr val="FFCB48"/>
              </a:solidFill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377571" y="2105025"/>
                  <a:ext cx="1482090" cy="134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0" h="1348359">
                      <a:moveTo>
                        <a:pt x="1482090" y="674180"/>
                      </a:moveTo>
                      <a:cubicBezTo>
                        <a:pt x="1482090" y="1046519"/>
                        <a:pt x="1150313" y="1348359"/>
                        <a:pt x="741045" y="1348359"/>
                      </a:cubicBezTo>
                      <a:cubicBezTo>
                        <a:pt x="331777" y="1348359"/>
                        <a:pt x="0" y="1046519"/>
                        <a:pt x="0" y="674180"/>
                      </a:cubicBezTo>
                      <a:cubicBezTo>
                        <a:pt x="0" y="301840"/>
                        <a:pt x="331777" y="0"/>
                        <a:pt x="741045" y="0"/>
                      </a:cubicBezTo>
                      <a:cubicBezTo>
                        <a:pt x="1150313" y="0"/>
                        <a:pt x="1482090" y="301840"/>
                        <a:pt x="1482090" y="674180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912399" y="3318031"/>
                  <a:ext cx="5078467" cy="3494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467" h="3494343">
                      <a:moveTo>
                        <a:pt x="149447" y="8193"/>
                      </a:moveTo>
                      <a:cubicBezTo>
                        <a:pt x="149447" y="52294"/>
                        <a:pt x="595503" y="635415"/>
                        <a:pt x="1153001" y="272988"/>
                      </a:cubicBezTo>
                      <a:cubicBezTo>
                        <a:pt x="1710500" y="-89438"/>
                        <a:pt x="2379535" y="-173067"/>
                        <a:pt x="2421350" y="537783"/>
                      </a:cubicBezTo>
                      <a:cubicBezTo>
                        <a:pt x="2463165" y="1248634"/>
                        <a:pt x="2783777" y="1429799"/>
                        <a:pt x="2895219" y="1151003"/>
                      </a:cubicBezTo>
                      <a:cubicBezTo>
                        <a:pt x="3006757" y="872206"/>
                        <a:pt x="3427667" y="861824"/>
                        <a:pt x="3433572" y="1165957"/>
                      </a:cubicBezTo>
                      <a:cubicBezTo>
                        <a:pt x="3439382" y="1470090"/>
                        <a:pt x="3221927" y="1956341"/>
                        <a:pt x="3646265" y="1978725"/>
                      </a:cubicBezTo>
                      <a:cubicBezTo>
                        <a:pt x="4070509" y="2001014"/>
                        <a:pt x="4271486" y="1606583"/>
                        <a:pt x="4532090" y="1904335"/>
                      </a:cubicBezTo>
                      <a:cubicBezTo>
                        <a:pt x="4792599" y="2202087"/>
                        <a:pt x="4152424" y="2015968"/>
                        <a:pt x="4293870" y="2388205"/>
                      </a:cubicBezTo>
                      <a:cubicBezTo>
                        <a:pt x="4435317" y="2760347"/>
                        <a:pt x="4577429" y="2850739"/>
                        <a:pt x="4853274" y="2988661"/>
                      </a:cubicBezTo>
                      <a:cubicBezTo>
                        <a:pt x="5129118" y="3126583"/>
                        <a:pt x="5073968" y="3494343"/>
                        <a:pt x="5073968" y="3494343"/>
                      </a:cubicBezTo>
                      <a:lnTo>
                        <a:pt x="0" y="3494343"/>
                      </a:lnTo>
                      <a:cubicBezTo>
                        <a:pt x="0" y="3494343"/>
                        <a:pt x="149447" y="-19334"/>
                        <a:pt x="149447" y="8193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5342477" y="4379976"/>
                  <a:ext cx="300799" cy="319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9" h="319087">
                      <a:moveTo>
                        <a:pt x="300799" y="159544"/>
                      </a:moveTo>
                      <a:cubicBezTo>
                        <a:pt x="300799" y="247657"/>
                        <a:pt x="233463" y="319087"/>
                        <a:pt x="150400" y="319087"/>
                      </a:cubicBezTo>
                      <a:cubicBezTo>
                        <a:pt x="67336" y="319087"/>
                        <a:pt x="0" y="247657"/>
                        <a:pt x="0" y="159544"/>
                      </a:cubicBezTo>
                      <a:cubicBezTo>
                        <a:pt x="0" y="71430"/>
                        <a:pt x="67336" y="0"/>
                        <a:pt x="150400" y="0"/>
                      </a:cubicBezTo>
                      <a:cubicBezTo>
                        <a:pt x="233463" y="0"/>
                        <a:pt x="300799" y="71430"/>
                        <a:pt x="300799" y="159544"/>
                      </a:cubicBezTo>
                      <a:close/>
                    </a:path>
                  </a:pathLst>
                </a:custGeom>
                <a:solidFill>
                  <a:srgbClr val="FFCB48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435076" y="5916549"/>
                <a:ext cx="3350122" cy="927068"/>
                <a:chOff x="2435076" y="5916549"/>
                <a:chExt cx="3350122" cy="927068"/>
              </a:xfrm>
            </p:grpSpPr>
            <p:grpSp>
              <p:nvGrpSpPr>
                <p:cNvPr id="47" name="Group 47"/>
                <p:cNvGrpSpPr/>
                <p:nvPr/>
              </p:nvGrpSpPr>
              <p:grpSpPr>
                <a:xfrm>
                  <a:off x="2435076" y="5916549"/>
                  <a:ext cx="3350122" cy="927068"/>
                  <a:chOff x="2435076" y="5916549"/>
                  <a:chExt cx="3350122" cy="927068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2435076" y="5916549"/>
                    <a:ext cx="3350122" cy="927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50122" h="927068">
                        <a:moveTo>
                          <a:pt x="3350122" y="866585"/>
                        </a:moveTo>
                        <a:cubicBezTo>
                          <a:pt x="3350122" y="883253"/>
                          <a:pt x="3343265" y="898398"/>
                          <a:pt x="3332406" y="909352"/>
                        </a:cubicBezTo>
                        <a:cubicBezTo>
                          <a:pt x="3321357" y="920210"/>
                          <a:pt x="3306308" y="927068"/>
                          <a:pt x="3289639" y="927068"/>
                        </a:cubicBezTo>
                        <a:lnTo>
                          <a:pt x="191728" y="927068"/>
                        </a:lnTo>
                        <a:cubicBezTo>
                          <a:pt x="-239660" y="418529"/>
                          <a:pt x="191728" y="0"/>
                          <a:pt x="191728" y="0"/>
                        </a:cubicBezTo>
                        <a:lnTo>
                          <a:pt x="3289544" y="0"/>
                        </a:lnTo>
                        <a:cubicBezTo>
                          <a:pt x="3322881" y="0"/>
                          <a:pt x="3350122" y="27146"/>
                          <a:pt x="3350122" y="60579"/>
                        </a:cubicBezTo>
                        <a:cubicBezTo>
                          <a:pt x="3350122" y="77248"/>
                          <a:pt x="3343265" y="92488"/>
                          <a:pt x="3332406" y="103346"/>
                        </a:cubicBezTo>
                        <a:cubicBezTo>
                          <a:pt x="3321357" y="114205"/>
                          <a:pt x="3306308" y="121063"/>
                          <a:pt x="3289639" y="121063"/>
                        </a:cubicBezTo>
                        <a:lnTo>
                          <a:pt x="246592" y="121063"/>
                        </a:lnTo>
                        <a:cubicBezTo>
                          <a:pt x="216302" y="159829"/>
                          <a:pt x="169630" y="228981"/>
                          <a:pt x="142769" y="317945"/>
                        </a:cubicBezTo>
                        <a:cubicBezTo>
                          <a:pt x="93239" y="481394"/>
                          <a:pt x="129244" y="645414"/>
                          <a:pt x="249926" y="806005"/>
                        </a:cubicBezTo>
                        <a:lnTo>
                          <a:pt x="3289639" y="806005"/>
                        </a:lnTo>
                        <a:cubicBezTo>
                          <a:pt x="3322976" y="806005"/>
                          <a:pt x="3350122" y="833056"/>
                          <a:pt x="3350122" y="866585"/>
                        </a:cubicBezTo>
                        <a:close/>
                      </a:path>
                    </a:pathLst>
                  </a:custGeom>
                  <a:solidFill>
                    <a:srgbClr val="FF8886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49" name="Freeform 49"/>
                  <p:cNvSpPr/>
                  <p:nvPr/>
                </p:nvSpPr>
                <p:spPr>
                  <a:xfrm>
                    <a:off x="2556331" y="6037707"/>
                    <a:ext cx="3049226" cy="6848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226" h="684847">
                        <a:moveTo>
                          <a:pt x="3049226" y="0"/>
                        </a:moveTo>
                        <a:lnTo>
                          <a:pt x="3049226" y="684847"/>
                        </a:lnTo>
                        <a:lnTo>
                          <a:pt x="128671" y="684847"/>
                        </a:lnTo>
                        <a:cubicBezTo>
                          <a:pt x="8084" y="524256"/>
                          <a:pt x="-28015" y="360331"/>
                          <a:pt x="21515" y="196882"/>
                        </a:cubicBezTo>
                        <a:cubicBezTo>
                          <a:pt x="48470" y="108013"/>
                          <a:pt x="94952" y="38767"/>
                          <a:pt x="125432" y="95"/>
                        </a:cubicBezTo>
                        <a:lnTo>
                          <a:pt x="3049226" y="9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50" name="Freeform 50"/>
                <p:cNvSpPr/>
                <p:nvPr/>
              </p:nvSpPr>
              <p:spPr>
                <a:xfrm>
                  <a:off x="3237166" y="6248209"/>
                  <a:ext cx="212197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1979" h="9525">
                      <a:moveTo>
                        <a:pt x="2121980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3990117" y="6372987"/>
                  <a:ext cx="135702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7026" h="9525">
                      <a:moveTo>
                        <a:pt x="0" y="0"/>
                      </a:moveTo>
                      <a:lnTo>
                        <a:pt x="1357027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2849975" y="6592443"/>
                  <a:ext cx="263480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805" h="9525">
                      <a:moveTo>
                        <a:pt x="2634806" y="0"/>
                      </a:moveTo>
                      <a:lnTo>
                        <a:pt x="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3217735" y="6237065"/>
                  <a:ext cx="328041" cy="255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41" h="255841">
                      <a:moveTo>
                        <a:pt x="328041" y="255842"/>
                      </a:moveTo>
                      <a:lnTo>
                        <a:pt x="194405" y="190119"/>
                      </a:lnTo>
                      <a:lnTo>
                        <a:pt x="94964" y="255842"/>
                      </a:lnTo>
                      <a:lnTo>
                        <a:pt x="0" y="0"/>
                      </a:lnTo>
                      <a:lnTo>
                        <a:pt x="233077" y="0"/>
                      </a:lnTo>
                      <a:close/>
                    </a:path>
                  </a:pathLst>
                </a:custGeom>
                <a:solidFill>
                  <a:srgbClr val="0C1A44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2624020" y="4861325"/>
                <a:ext cx="2975250" cy="1038848"/>
                <a:chOff x="2624020" y="4861325"/>
                <a:chExt cx="2975250" cy="1038848"/>
              </a:xfrm>
            </p:grpSpPr>
            <p:sp>
              <p:nvSpPr>
                <p:cNvPr id="55" name="Freeform 55"/>
                <p:cNvSpPr/>
                <p:nvPr/>
              </p:nvSpPr>
              <p:spPr>
                <a:xfrm rot="-4846898">
                  <a:off x="2624020" y="4861325"/>
                  <a:ext cx="1038621" cy="1038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621" h="1038621">
                      <a:moveTo>
                        <a:pt x="1038622" y="519311"/>
                      </a:moveTo>
                      <a:cubicBezTo>
                        <a:pt x="1038622" y="806119"/>
                        <a:pt x="806118" y="1038622"/>
                        <a:pt x="519311" y="1038622"/>
                      </a:cubicBezTo>
                      <a:cubicBezTo>
                        <a:pt x="232503" y="1038622"/>
                        <a:pt x="0" y="806119"/>
                        <a:pt x="0" y="519311"/>
                      </a:cubicBezTo>
                      <a:cubicBezTo>
                        <a:pt x="0" y="232504"/>
                        <a:pt x="232503" y="0"/>
                        <a:pt x="519311" y="0"/>
                      </a:cubicBezTo>
                      <a:cubicBezTo>
                        <a:pt x="806118" y="0"/>
                        <a:pt x="1038622" y="232504"/>
                        <a:pt x="1038622" y="519311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4644133">
                  <a:off x="3938815" y="4861594"/>
                  <a:ext cx="1038579" cy="1038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8579" h="1038579">
                      <a:moveTo>
                        <a:pt x="1038579" y="519290"/>
                      </a:moveTo>
                      <a:cubicBezTo>
                        <a:pt x="1038579" y="806086"/>
                        <a:pt x="806085" y="1038579"/>
                        <a:pt x="519290" y="1038579"/>
                      </a:cubicBezTo>
                      <a:cubicBezTo>
                        <a:pt x="232494" y="1038579"/>
                        <a:pt x="0" y="806086"/>
                        <a:pt x="0" y="519290"/>
                      </a:cubicBezTo>
                      <a:cubicBezTo>
                        <a:pt x="0" y="232494"/>
                        <a:pt x="232494" y="0"/>
                        <a:pt x="519290" y="0"/>
                      </a:cubicBezTo>
                      <a:cubicBezTo>
                        <a:pt x="806085" y="0"/>
                        <a:pt x="1038579" y="232494"/>
                        <a:pt x="1038579" y="519290"/>
                      </a:cubicBez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662553" y="5380577"/>
                  <a:ext cx="27632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320" h="9525">
                      <a:moveTo>
                        <a:pt x="0" y="0"/>
                      </a:moveTo>
                      <a:lnTo>
                        <a:pt x="276320" y="0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2625566" y="5423916"/>
                  <a:ext cx="1784413" cy="47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413" h="476059">
                      <a:moveTo>
                        <a:pt x="0" y="0"/>
                      </a:moveTo>
                      <a:lnTo>
                        <a:pt x="1667161" y="94964"/>
                      </a:lnTo>
                      <a:cubicBezTo>
                        <a:pt x="1732979" y="98679"/>
                        <a:pt x="1784414" y="153162"/>
                        <a:pt x="1784414" y="219170"/>
                      </a:cubicBezTo>
                      <a:lnTo>
                        <a:pt x="1784414" y="476060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4980432" y="5469159"/>
                  <a:ext cx="618838" cy="430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838" h="430720">
                      <a:moveTo>
                        <a:pt x="0" y="0"/>
                      </a:moveTo>
                      <a:lnTo>
                        <a:pt x="501586" y="49625"/>
                      </a:lnTo>
                      <a:cubicBezTo>
                        <a:pt x="567404" y="53340"/>
                        <a:pt x="618839" y="107823"/>
                        <a:pt x="618839" y="173831"/>
                      </a:cubicBezTo>
                      <a:lnTo>
                        <a:pt x="618839" y="430721"/>
                      </a:lnTo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1593913" y="3974306"/>
                <a:ext cx="625887" cy="2884265"/>
                <a:chOff x="1593913" y="3974306"/>
                <a:chExt cx="625887" cy="288426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1593913" y="3974306"/>
                  <a:ext cx="625887" cy="2884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887" h="2884265">
                      <a:moveTo>
                        <a:pt x="0" y="0"/>
                      </a:moveTo>
                      <a:lnTo>
                        <a:pt x="625888" y="0"/>
                      </a:lnTo>
                      <a:lnTo>
                        <a:pt x="625888" y="2884265"/>
                      </a:lnTo>
                      <a:lnTo>
                        <a:pt x="0" y="2884265"/>
                      </a:lnTo>
                      <a:close/>
                    </a:path>
                  </a:pathLst>
                </a:custGeom>
                <a:solidFill>
                  <a:srgbClr val="FF5900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1778698" y="4233672"/>
                  <a:ext cx="214693" cy="2412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93" h="2412777">
                      <a:moveTo>
                        <a:pt x="0" y="0"/>
                      </a:moveTo>
                      <a:lnTo>
                        <a:pt x="214693" y="0"/>
                      </a:lnTo>
                      <a:lnTo>
                        <a:pt x="214693" y="2412778"/>
                      </a:lnTo>
                      <a:lnTo>
                        <a:pt x="0" y="2412778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0" y="3109817"/>
                <a:ext cx="625792" cy="3748754"/>
                <a:chOff x="0" y="3109817"/>
                <a:chExt cx="625792" cy="3748754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0" y="3109817"/>
                  <a:ext cx="625792" cy="3748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792" h="3748754">
                      <a:moveTo>
                        <a:pt x="0" y="0"/>
                      </a:moveTo>
                      <a:lnTo>
                        <a:pt x="625793" y="0"/>
                      </a:lnTo>
                      <a:lnTo>
                        <a:pt x="625793" y="3748754"/>
                      </a:lnTo>
                      <a:lnTo>
                        <a:pt x="0" y="3748754"/>
                      </a:lnTo>
                      <a:close/>
                    </a:path>
                  </a:pathLst>
                </a:custGeom>
                <a:solidFill>
                  <a:srgbClr val="FF888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65" name="Group 65"/>
                <p:cNvGrpSpPr/>
                <p:nvPr/>
              </p:nvGrpSpPr>
              <p:grpSpPr>
                <a:xfrm>
                  <a:off x="0" y="3306413"/>
                  <a:ext cx="625792" cy="283083"/>
                  <a:chOff x="0" y="3306413"/>
                  <a:chExt cx="625792" cy="283083"/>
                </a:xfrm>
                <a:solidFill>
                  <a:srgbClr val="FFFFFF"/>
                </a:solidFill>
              </p:grpSpPr>
              <p:sp>
                <p:nvSpPr>
                  <p:cNvPr id="66" name="Freeform 66"/>
                  <p:cNvSpPr/>
                  <p:nvPr/>
                </p:nvSpPr>
                <p:spPr>
                  <a:xfrm>
                    <a:off x="0" y="3306413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67" name="Freeform 67"/>
                  <p:cNvSpPr/>
                  <p:nvPr/>
                </p:nvSpPr>
                <p:spPr>
                  <a:xfrm>
                    <a:off x="0" y="3479482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0" y="6376130"/>
                  <a:ext cx="625792" cy="283178"/>
                  <a:chOff x="0" y="6376130"/>
                  <a:chExt cx="625792" cy="283178"/>
                </a:xfrm>
                <a:solidFill>
                  <a:srgbClr val="FFFFFF"/>
                </a:solidFill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6376130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70" name="Freeform 70"/>
                  <p:cNvSpPr/>
                  <p:nvPr/>
                </p:nvSpPr>
                <p:spPr>
                  <a:xfrm>
                    <a:off x="0" y="6549294"/>
                    <a:ext cx="625792" cy="11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5792" h="110013">
                        <a:moveTo>
                          <a:pt x="0" y="0"/>
                        </a:moveTo>
                        <a:lnTo>
                          <a:pt x="625793" y="0"/>
                        </a:lnTo>
                        <a:lnTo>
                          <a:pt x="625793" y="110014"/>
                        </a:lnTo>
                        <a:lnTo>
                          <a:pt x="0" y="1100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cap="flat">
                    <a:prstDash val="solid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  <p:sp>
              <p:nvSpPr>
                <p:cNvPr id="71" name="Freeform 71"/>
                <p:cNvSpPr/>
                <p:nvPr/>
              </p:nvSpPr>
              <p:spPr>
                <a:xfrm>
                  <a:off x="301847" y="3864483"/>
                  <a:ext cx="25812" cy="21809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2" h="2180939">
                      <a:moveTo>
                        <a:pt x="0" y="0"/>
                      </a:moveTo>
                      <a:lnTo>
                        <a:pt x="25813" y="2180939"/>
                      </a:lnTo>
                    </a:path>
                  </a:pathLst>
                </a:custGeom>
                <a:ln w="19050" cap="rnd">
                  <a:solidFill>
                    <a:srgbClr val="2C0303"/>
                  </a:solidFill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92836" y="3114389"/>
                <a:ext cx="1004506" cy="3739229"/>
                <a:chOff x="592836" y="3114389"/>
                <a:chExt cx="1004506" cy="3739229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2836" y="3114389"/>
                  <a:ext cx="1004506" cy="3739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3739229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3739229"/>
                      </a:lnTo>
                      <a:lnTo>
                        <a:pt x="0" y="3739229"/>
                      </a:lnTo>
                      <a:close/>
                    </a:path>
                  </a:pathLst>
                </a:custGeom>
                <a:solidFill>
                  <a:srgbClr val="1B3276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974502" y="3673411"/>
                  <a:ext cx="206502" cy="2605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502" h="2605278">
                      <a:moveTo>
                        <a:pt x="0" y="0"/>
                      </a:moveTo>
                      <a:lnTo>
                        <a:pt x="206502" y="0"/>
                      </a:lnTo>
                      <a:lnTo>
                        <a:pt x="206502" y="2605278"/>
                      </a:lnTo>
                      <a:lnTo>
                        <a:pt x="0" y="260527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5" name="Freeform 75"/>
                <p:cNvSpPr/>
                <p:nvPr/>
              </p:nvSpPr>
              <p:spPr>
                <a:xfrm>
                  <a:off x="592836" y="3114389"/>
                  <a:ext cx="1004506" cy="47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1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1488"/>
                      </a:lnTo>
                      <a:lnTo>
                        <a:pt x="0" y="471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6" name="Freeform 76"/>
                <p:cNvSpPr/>
                <p:nvPr/>
              </p:nvSpPr>
              <p:spPr>
                <a:xfrm>
                  <a:off x="592836" y="6380130"/>
                  <a:ext cx="1004506" cy="473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506" h="473487">
                      <a:moveTo>
                        <a:pt x="0" y="0"/>
                      </a:moveTo>
                      <a:lnTo>
                        <a:pt x="1004507" y="0"/>
                      </a:lnTo>
                      <a:lnTo>
                        <a:pt x="1004507" y="473488"/>
                      </a:lnTo>
                      <a:lnTo>
                        <a:pt x="0" y="473488"/>
                      </a:lnTo>
                      <a:close/>
                    </a:path>
                  </a:pathLst>
                </a:custGeom>
                <a:solidFill>
                  <a:srgbClr val="284499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2051994" y="2856190"/>
                <a:ext cx="3637121" cy="897445"/>
                <a:chOff x="2051994" y="2856190"/>
                <a:chExt cx="3637121" cy="897445"/>
              </a:xfrm>
              <a:solidFill>
                <a:srgbClr val="FFFFFF"/>
              </a:solidFill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2051994" y="2856190"/>
                  <a:ext cx="341233" cy="341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33" h="341233">
                      <a:moveTo>
                        <a:pt x="14073" y="189333"/>
                      </a:moveTo>
                      <a:cubicBezTo>
                        <a:pt x="95607" y="213241"/>
                        <a:pt x="127992" y="245626"/>
                        <a:pt x="151900" y="327160"/>
                      </a:cubicBezTo>
                      <a:cubicBezTo>
                        <a:pt x="157424" y="345924"/>
                        <a:pt x="183809" y="345924"/>
                        <a:pt x="189333" y="327160"/>
                      </a:cubicBezTo>
                      <a:cubicBezTo>
                        <a:pt x="213241" y="245626"/>
                        <a:pt x="245626" y="213241"/>
                        <a:pt x="327160" y="189333"/>
                      </a:cubicBezTo>
                      <a:cubicBezTo>
                        <a:pt x="345924" y="183809"/>
                        <a:pt x="345924" y="157424"/>
                        <a:pt x="327160" y="151900"/>
                      </a:cubicBezTo>
                      <a:cubicBezTo>
                        <a:pt x="245626" y="127992"/>
                        <a:pt x="213241" y="95607"/>
                        <a:pt x="189333" y="14073"/>
                      </a:cubicBezTo>
                      <a:cubicBezTo>
                        <a:pt x="183809" y="-4691"/>
                        <a:pt x="157424" y="-4691"/>
                        <a:pt x="151900" y="14073"/>
                      </a:cubicBezTo>
                      <a:cubicBezTo>
                        <a:pt x="127992" y="95607"/>
                        <a:pt x="95607" y="127992"/>
                        <a:pt x="14073" y="151900"/>
                      </a:cubicBezTo>
                      <a:cubicBezTo>
                        <a:pt x="-4691" y="157424"/>
                        <a:pt x="-4691" y="183809"/>
                        <a:pt x="14073" y="1893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5462087" y="3526607"/>
                  <a:ext cx="227028" cy="22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028" h="227028">
                      <a:moveTo>
                        <a:pt x="9358" y="125944"/>
                      </a:moveTo>
                      <a:cubicBezTo>
                        <a:pt x="63556" y="141851"/>
                        <a:pt x="85178" y="163378"/>
                        <a:pt x="101084" y="217670"/>
                      </a:cubicBezTo>
                      <a:cubicBezTo>
                        <a:pt x="104704" y="230148"/>
                        <a:pt x="122325" y="230148"/>
                        <a:pt x="125944" y="217670"/>
                      </a:cubicBezTo>
                      <a:cubicBezTo>
                        <a:pt x="141851" y="163473"/>
                        <a:pt x="163377" y="141851"/>
                        <a:pt x="217670" y="125944"/>
                      </a:cubicBezTo>
                      <a:cubicBezTo>
                        <a:pt x="230148" y="122325"/>
                        <a:pt x="230148" y="104704"/>
                        <a:pt x="217670" y="101084"/>
                      </a:cubicBezTo>
                      <a:cubicBezTo>
                        <a:pt x="163473" y="85177"/>
                        <a:pt x="141851" y="63651"/>
                        <a:pt x="125944" y="9358"/>
                      </a:cubicBezTo>
                      <a:cubicBezTo>
                        <a:pt x="122325" y="-3119"/>
                        <a:pt x="104704" y="-3119"/>
                        <a:pt x="101084" y="9358"/>
                      </a:cubicBezTo>
                      <a:cubicBezTo>
                        <a:pt x="85178" y="63556"/>
                        <a:pt x="63651" y="85177"/>
                        <a:pt x="9358" y="101084"/>
                      </a:cubicBezTo>
                      <a:cubicBezTo>
                        <a:pt x="-3119" y="104799"/>
                        <a:pt x="-3119" y="122325"/>
                        <a:pt x="9358" y="1259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prstDash val="solid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80" name="Freeform 80"/>
              <p:cNvSpPr/>
              <p:nvPr/>
            </p:nvSpPr>
            <p:spPr>
              <a:xfrm>
                <a:off x="4192996" y="3254702"/>
                <a:ext cx="918219" cy="942076"/>
              </a:xfrm>
              <a:custGeom>
                <a:avLst/>
                <a:gdLst/>
                <a:ahLst/>
                <a:cxnLst/>
                <a:rect l="l" t="t" r="r" b="b"/>
                <a:pathLst>
                  <a:path w="918219" h="942076">
                    <a:moveTo>
                      <a:pt x="344713" y="8944"/>
                    </a:moveTo>
                    <a:lnTo>
                      <a:pt x="544834" y="187442"/>
                    </a:lnTo>
                    <a:cubicBezTo>
                      <a:pt x="553501" y="195157"/>
                      <a:pt x="565312" y="198110"/>
                      <a:pt x="576552" y="195348"/>
                    </a:cubicBezTo>
                    <a:lnTo>
                      <a:pt x="836965" y="131721"/>
                    </a:lnTo>
                    <a:cubicBezTo>
                      <a:pt x="865254" y="124768"/>
                      <a:pt x="889162" y="153343"/>
                      <a:pt x="877447" y="180013"/>
                    </a:cubicBezTo>
                    <a:lnTo>
                      <a:pt x="769528" y="425472"/>
                    </a:lnTo>
                    <a:cubicBezTo>
                      <a:pt x="764861" y="436044"/>
                      <a:pt x="765718" y="448236"/>
                      <a:pt x="771814" y="458047"/>
                    </a:cubicBezTo>
                    <a:lnTo>
                      <a:pt x="912879" y="686076"/>
                    </a:lnTo>
                    <a:cubicBezTo>
                      <a:pt x="928215" y="710841"/>
                      <a:pt x="908498" y="742369"/>
                      <a:pt x="879447" y="739511"/>
                    </a:cubicBezTo>
                    <a:lnTo>
                      <a:pt x="612652" y="712746"/>
                    </a:lnTo>
                    <a:cubicBezTo>
                      <a:pt x="601126" y="711603"/>
                      <a:pt x="589792" y="716175"/>
                      <a:pt x="582362" y="725033"/>
                    </a:cubicBezTo>
                    <a:lnTo>
                      <a:pt x="409102" y="929630"/>
                    </a:lnTo>
                    <a:cubicBezTo>
                      <a:pt x="390243" y="951823"/>
                      <a:pt x="354143" y="942870"/>
                      <a:pt x="347952" y="914390"/>
                    </a:cubicBezTo>
                    <a:lnTo>
                      <a:pt x="290992" y="652357"/>
                    </a:lnTo>
                    <a:cubicBezTo>
                      <a:pt x="288516" y="641023"/>
                      <a:pt x="280705" y="631688"/>
                      <a:pt x="269942" y="627307"/>
                    </a:cubicBezTo>
                    <a:lnTo>
                      <a:pt x="21816" y="525675"/>
                    </a:lnTo>
                    <a:cubicBezTo>
                      <a:pt x="-5140" y="514626"/>
                      <a:pt x="-7712" y="477478"/>
                      <a:pt x="17434" y="462810"/>
                    </a:cubicBezTo>
                    <a:lnTo>
                      <a:pt x="248987" y="327650"/>
                    </a:lnTo>
                    <a:cubicBezTo>
                      <a:pt x="258988" y="321840"/>
                      <a:pt x="265465" y="311457"/>
                      <a:pt x="266323" y="299932"/>
                    </a:cubicBezTo>
                    <a:lnTo>
                      <a:pt x="286230" y="32566"/>
                    </a:lnTo>
                    <a:cubicBezTo>
                      <a:pt x="288516" y="3514"/>
                      <a:pt x="322996" y="-10392"/>
                      <a:pt x="344713" y="8944"/>
                    </a:cubicBez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1" name="Freeform 81"/>
              <p:cNvSpPr/>
              <p:nvPr/>
            </p:nvSpPr>
            <p:spPr>
              <a:xfrm>
                <a:off x="2573924" y="2400014"/>
                <a:ext cx="494489" cy="1314545"/>
              </a:xfrm>
              <a:custGeom>
                <a:avLst/>
                <a:gdLst/>
                <a:ahLst/>
                <a:cxnLst/>
                <a:rect l="l" t="t" r="r" b="b"/>
                <a:pathLst>
                  <a:path w="494489" h="1314545">
                    <a:moveTo>
                      <a:pt x="217091" y="0"/>
                    </a:moveTo>
                    <a:cubicBezTo>
                      <a:pt x="733537" y="224600"/>
                      <a:pt x="425308" y="828104"/>
                      <a:pt x="126128" y="859917"/>
                    </a:cubicBezTo>
                    <a:cubicBezTo>
                      <a:pt x="-173053" y="891731"/>
                      <a:pt x="128128" y="444151"/>
                      <a:pt x="327677" y="856679"/>
                    </a:cubicBezTo>
                    <a:cubicBezTo>
                      <a:pt x="449406" y="1108234"/>
                      <a:pt x="254239" y="1314545"/>
                      <a:pt x="254239" y="131454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2833592" y="3809809"/>
                <a:ext cx="917878" cy="566356"/>
              </a:xfrm>
              <a:custGeom>
                <a:avLst/>
                <a:gdLst/>
                <a:ahLst/>
                <a:cxnLst/>
                <a:rect l="l" t="t" r="r" b="b"/>
                <a:pathLst>
                  <a:path w="917878" h="566356">
                    <a:moveTo>
                      <a:pt x="0" y="566357"/>
                    </a:moveTo>
                    <a:cubicBezTo>
                      <a:pt x="6191" y="547878"/>
                      <a:pt x="116967" y="0"/>
                      <a:pt x="560165" y="0"/>
                    </a:cubicBezTo>
                    <a:cubicBezTo>
                      <a:pt x="1003363" y="0"/>
                      <a:pt x="966502" y="369380"/>
                      <a:pt x="812578" y="320135"/>
                    </a:cubicBezTo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83" name="AutoShape 83"/>
          <p:cNvSpPr>
            <a:spLocks noGrp="1"/>
          </p:cNvSpPr>
          <p:nvPr>
            <p:ph type="title"/>
          </p:nvPr>
        </p:nvSpPr>
        <p:spPr>
          <a:xfrm>
            <a:off x="660399" y="1163301"/>
            <a:ext cx="10858500" cy="2649655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72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833806" y="4992914"/>
            <a:ext cx="10358194" cy="1865086"/>
          </a:xfrm>
          <a:custGeom>
            <a:avLst/>
            <a:gdLst/>
            <a:ahLst/>
            <a:cxnLst/>
            <a:rect l="l" t="t" r="r" b="b"/>
            <a:pathLst>
              <a:path w="7753350" h="3032718">
                <a:moveTo>
                  <a:pt x="3524250" y="2228850"/>
                </a:moveTo>
                <a:cubicBezTo>
                  <a:pt x="1696022" y="3831146"/>
                  <a:pt x="0" y="2543175"/>
                  <a:pt x="0" y="2543175"/>
                </a:cubicBezTo>
                <a:lnTo>
                  <a:pt x="0" y="0"/>
                </a:lnTo>
                <a:lnTo>
                  <a:pt x="7753350" y="0"/>
                </a:lnTo>
                <a:cubicBezTo>
                  <a:pt x="7753350" y="0"/>
                  <a:pt x="6067425" y="0"/>
                  <a:pt x="3524250" y="222885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0" y="5568683"/>
            <a:ext cx="3729839" cy="1160730"/>
          </a:xfrm>
          <a:custGeom>
            <a:avLst/>
            <a:gdLst/>
            <a:ahLst/>
            <a:cxnLst/>
            <a:rect l="l" t="t" r="r" b="b"/>
            <a:pathLst>
              <a:path w="2791872" h="1160730">
                <a:moveTo>
                  <a:pt x="2791873" y="1160731"/>
                </a:moveTo>
                <a:lnTo>
                  <a:pt x="2579656" y="938131"/>
                </a:lnTo>
                <a:cubicBezTo>
                  <a:pt x="2108169" y="443593"/>
                  <a:pt x="1447419" y="174703"/>
                  <a:pt x="764667" y="199468"/>
                </a:cubicBezTo>
                <a:lnTo>
                  <a:pt x="0" y="227281"/>
                </a:lnTo>
                <a:lnTo>
                  <a:pt x="668845" y="70309"/>
                </a:lnTo>
                <a:cubicBezTo>
                  <a:pt x="1333976" y="-85711"/>
                  <a:pt x="2033588" y="20112"/>
                  <a:pt x="2622709" y="366060"/>
                </a:cubicBezTo>
                <a:lnTo>
                  <a:pt x="2791873" y="465406"/>
                </a:lnTo>
                <a:lnTo>
                  <a:pt x="2791873" y="116073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6" name="AutoShape 6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660399" y="1180512"/>
            <a:ext cx="10858500" cy="2174216"/>
          </a:xfr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4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AI-Powered Predictive Maintenance System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subTitle" sz="quarter" idx="1"/>
          </p:nvPr>
        </p:nvSpPr>
        <p:spPr>
          <a:xfrm>
            <a:off x="660399" y="3482429"/>
            <a:ext cx="10858500" cy="818697"/>
          </a:xfrm>
        </p:spPr>
        <p:txBody>
          <a:bodyPr vert="horz" lIns="91440" tIns="45720" rIns="91440" bIns="4572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微软雅黑"/>
                <a:ea typeface="微软雅黑"/>
              </a:rPr>
              <a:t>Team 01</a:t>
            </a:r>
          </a:p>
          <a:p>
            <a:pPr marL="0" indent="0" algn="ct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altLang="zh-CN" sz="20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(Olu, Richard, Miguel, &amp; Bobby)</a:t>
            </a:r>
            <a:endParaRPr lang="zh-CN" altLang="en-US" sz="20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930292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567087" y="6858000"/>
                </a:lnTo>
                <a:lnTo>
                  <a:pt x="1958321" y="6735643"/>
                </a:lnTo>
                <a:cubicBezTo>
                  <a:pt x="5111444" y="5668530"/>
                  <a:pt x="7614512" y="3354951"/>
                  <a:pt x="8769025" y="440529"/>
                </a:cubicBezTo>
                <a:close/>
                <a:moveTo>
                  <a:pt x="0" y="0"/>
                </a:moveTo>
                <a:lnTo>
                  <a:pt x="1" y="0"/>
                </a:lnTo>
                <a:lnTo>
                  <a:pt x="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037285" y="810451"/>
            <a:ext cx="3494314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045397" y="769715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5" name="AutoShape 5"/>
          <p:cNvSpPr/>
          <p:nvPr/>
        </p:nvSpPr>
        <p:spPr>
          <a:xfrm>
            <a:off x="7676699" y="1790931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84811" y="1702426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C717">
                  <a:lumMod val="60000"/>
                  <a:lumOff val="40000"/>
                </a:srgbClr>
              </a:gs>
              <a:gs pos="50000">
                <a:srgbClr val="FFC717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7" name="AutoShape 7"/>
          <p:cNvSpPr/>
          <p:nvPr/>
        </p:nvSpPr>
        <p:spPr>
          <a:xfrm>
            <a:off x="7072543" y="2771411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080655" y="2674471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5900">
                  <a:lumMod val="60000"/>
                  <a:lumOff val="40000"/>
                </a:srgbClr>
              </a:gs>
              <a:gs pos="50000">
                <a:srgbClr val="FF5900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9" name="AutoShape 9"/>
          <p:cNvSpPr/>
          <p:nvPr/>
        </p:nvSpPr>
        <p:spPr>
          <a:xfrm>
            <a:off x="5999714" y="3751891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007826" y="3752857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B4BA9">
                  <a:lumMod val="60000"/>
                  <a:lumOff val="40000"/>
                </a:srgbClr>
              </a:gs>
              <a:gs pos="50000">
                <a:srgbClr val="2B4BA9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0401" y="1162407"/>
            <a:ext cx="3653621" cy="1017068"/>
          </a:xfrm>
          <a:prstGeom prst="rect">
            <a:avLst/>
          </a:prstGeom>
        </p:spPr>
        <p:txBody>
          <a:bodyPr vert="horz" wrap="none" lIns="91440" tIns="45720" rIns="91440" bIns="45720" anchor="b">
            <a:normAutofit/>
          </a:bodyPr>
          <a:lstStyle/>
          <a:p>
            <a:pPr marL="0" algn="l"/>
            <a:r>
              <a:rPr lang="zh-CN" altLang="en-US" sz="6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Table of Contents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2396639" y="3733732"/>
            <a:ext cx="160380" cy="19324"/>
          </a:xfrm>
          <a:custGeom>
            <a:avLst/>
            <a:gdLst/>
            <a:ahLst/>
            <a:cxnLst/>
            <a:rect l="l" t="t" r="r" b="b"/>
            <a:pathLst>
              <a:path w="358047" h="43141">
                <a:moveTo>
                  <a:pt x="0" y="1922"/>
                </a:moveTo>
                <a:lnTo>
                  <a:pt x="297417" y="146"/>
                </a:lnTo>
                <a:cubicBezTo>
                  <a:pt x="297417" y="146"/>
                  <a:pt x="365464" y="-3230"/>
                  <a:pt x="357380" y="22532"/>
                </a:cubicBezTo>
                <a:cubicBezTo>
                  <a:pt x="349296" y="48294"/>
                  <a:pt x="299460" y="42608"/>
                  <a:pt x="299460" y="42608"/>
                </a:cubicBezTo>
                <a:lnTo>
                  <a:pt x="14391" y="42697"/>
                </a:lnTo>
                <a:lnTo>
                  <a:pt x="0" y="1922"/>
                </a:ln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1283735" y="4214030"/>
            <a:ext cx="557528" cy="1702475"/>
          </a:xfrm>
          <a:custGeom>
            <a:avLst/>
            <a:gdLst/>
            <a:ahLst/>
            <a:cxnLst/>
            <a:rect l="l" t="t" r="r" b="b"/>
            <a:pathLst>
              <a:path w="1244680" h="3800769">
                <a:moveTo>
                  <a:pt x="233939" y="6507"/>
                </a:moveTo>
                <a:cubicBezTo>
                  <a:pt x="474058" y="-44040"/>
                  <a:pt x="704405" y="216511"/>
                  <a:pt x="704405" y="216511"/>
                </a:cubicBezTo>
                <a:cubicBezTo>
                  <a:pt x="704405" y="216511"/>
                  <a:pt x="1179846" y="1083355"/>
                  <a:pt x="1240875" y="1654292"/>
                </a:cubicBezTo>
                <a:cubicBezTo>
                  <a:pt x="1295508" y="2164467"/>
                  <a:pt x="744025" y="3765526"/>
                  <a:pt x="730523" y="3790044"/>
                </a:cubicBezTo>
                <a:cubicBezTo>
                  <a:pt x="717020" y="3814473"/>
                  <a:pt x="596383" y="3792887"/>
                  <a:pt x="590697" y="3768013"/>
                </a:cubicBezTo>
                <a:cubicBezTo>
                  <a:pt x="584923" y="3743139"/>
                  <a:pt x="623388" y="1929767"/>
                  <a:pt x="617436" y="1850882"/>
                </a:cubicBezTo>
                <a:cubicBezTo>
                  <a:pt x="613172" y="1794472"/>
                  <a:pt x="141907" y="811433"/>
                  <a:pt x="30776" y="470043"/>
                </a:cubicBezTo>
                <a:cubicBezTo>
                  <a:pt x="-35584" y="266258"/>
                  <a:pt x="-6180" y="57053"/>
                  <a:pt x="233939" y="6507"/>
                </a:cubicBezTo>
                <a:close/>
              </a:path>
            </a:pathLst>
          </a:custGeom>
          <a:solidFill>
            <a:srgbClr val="040408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017400" y="4146833"/>
            <a:ext cx="445164" cy="1881835"/>
          </a:xfrm>
          <a:custGeom>
            <a:avLst/>
            <a:gdLst/>
            <a:ahLst/>
            <a:cxnLst/>
            <a:rect l="l" t="t" r="r" b="b"/>
            <a:pathLst>
              <a:path w="993826" h="4201190">
                <a:moveTo>
                  <a:pt x="231121" y="0"/>
                </a:moveTo>
                <a:cubicBezTo>
                  <a:pt x="231121" y="0"/>
                  <a:pt x="-11397" y="195346"/>
                  <a:pt x="418" y="598831"/>
                </a:cubicBezTo>
                <a:cubicBezTo>
                  <a:pt x="15253" y="1103321"/>
                  <a:pt x="390756" y="2014937"/>
                  <a:pt x="385514" y="2059443"/>
                </a:cubicBezTo>
                <a:cubicBezTo>
                  <a:pt x="311249" y="2686790"/>
                  <a:pt x="160764" y="4057502"/>
                  <a:pt x="164228" y="4184535"/>
                </a:cubicBezTo>
                <a:cubicBezTo>
                  <a:pt x="164850" y="4206033"/>
                  <a:pt x="313203" y="4211363"/>
                  <a:pt x="329282" y="4172187"/>
                </a:cubicBezTo>
                <a:cubicBezTo>
                  <a:pt x="345361" y="4133011"/>
                  <a:pt x="945969" y="2567753"/>
                  <a:pt x="981325" y="2078187"/>
                </a:cubicBezTo>
                <a:cubicBezTo>
                  <a:pt x="1003445" y="1772065"/>
                  <a:pt x="1014283" y="690419"/>
                  <a:pt x="852072" y="367329"/>
                </a:cubicBezTo>
                <a:cubicBezTo>
                  <a:pt x="689860" y="44240"/>
                  <a:pt x="231121" y="0"/>
                  <a:pt x="231121" y="0"/>
                </a:cubicBezTo>
                <a:close/>
              </a:path>
            </a:pathLst>
          </a:custGeom>
          <a:solidFill>
            <a:srgbClr val="040408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926193" y="3663082"/>
            <a:ext cx="487143" cy="912810"/>
          </a:xfrm>
          <a:custGeom>
            <a:avLst/>
            <a:gdLst/>
            <a:ahLst/>
            <a:cxnLst/>
            <a:rect l="l" t="t" r="r" b="b"/>
            <a:pathLst>
              <a:path w="1087544" h="2037845">
                <a:moveTo>
                  <a:pt x="856433" y="616701"/>
                </a:moveTo>
                <a:cubicBezTo>
                  <a:pt x="870291" y="584454"/>
                  <a:pt x="1072744" y="610127"/>
                  <a:pt x="1084825" y="632069"/>
                </a:cubicBezTo>
                <a:cubicBezTo>
                  <a:pt x="1096996" y="654011"/>
                  <a:pt x="1077896" y="1949747"/>
                  <a:pt x="824452" y="2033695"/>
                </a:cubicBezTo>
                <a:cubicBezTo>
                  <a:pt x="571008" y="2117644"/>
                  <a:pt x="1404" y="902125"/>
                  <a:pt x="71" y="740003"/>
                </a:cubicBezTo>
                <a:cubicBezTo>
                  <a:pt x="-1262" y="577792"/>
                  <a:pt x="15528" y="477853"/>
                  <a:pt x="108093" y="309956"/>
                </a:cubicBezTo>
                <a:cubicBezTo>
                  <a:pt x="200659" y="142149"/>
                  <a:pt x="504294" y="-75850"/>
                  <a:pt x="552087" y="26131"/>
                </a:cubicBezTo>
                <a:cubicBezTo>
                  <a:pt x="620489" y="172175"/>
                  <a:pt x="782523" y="1345230"/>
                  <a:pt x="782523" y="1345230"/>
                </a:cubicBezTo>
                <a:cubicBezTo>
                  <a:pt x="782523" y="1345230"/>
                  <a:pt x="842486" y="648948"/>
                  <a:pt x="856433" y="616701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018781" y="3487043"/>
            <a:ext cx="1179032" cy="930570"/>
          </a:xfrm>
          <a:custGeom>
            <a:avLst/>
            <a:gdLst/>
            <a:ahLst/>
            <a:cxnLst/>
            <a:rect l="l" t="t" r="r" b="b"/>
            <a:pathLst>
              <a:path w="2632184" h="2077493">
                <a:moveTo>
                  <a:pt x="0" y="1680227"/>
                </a:moveTo>
                <a:cubicBezTo>
                  <a:pt x="0" y="1680227"/>
                  <a:pt x="56410" y="1109112"/>
                  <a:pt x="1140365" y="436904"/>
                </a:cubicBezTo>
                <a:cubicBezTo>
                  <a:pt x="1506717" y="209755"/>
                  <a:pt x="2121982" y="-37027"/>
                  <a:pt x="2287481" y="4637"/>
                </a:cubicBezTo>
                <a:cubicBezTo>
                  <a:pt x="2452890" y="46389"/>
                  <a:pt x="2637487" y="487006"/>
                  <a:pt x="2632068" y="703851"/>
                </a:cubicBezTo>
                <a:cubicBezTo>
                  <a:pt x="2626649" y="920695"/>
                  <a:pt x="2096665" y="1328711"/>
                  <a:pt x="1923349" y="1536227"/>
                </a:cubicBezTo>
                <a:cubicBezTo>
                  <a:pt x="1677101" y="1831068"/>
                  <a:pt x="1427299" y="2077494"/>
                  <a:pt x="1427299" y="2077494"/>
                </a:cubicBezTo>
                <a:cubicBezTo>
                  <a:pt x="1427299" y="2077494"/>
                  <a:pt x="541089" y="1817210"/>
                  <a:pt x="0" y="168022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2090680" y="3473743"/>
            <a:ext cx="294448" cy="199492"/>
          </a:xfrm>
          <a:custGeom>
            <a:avLst/>
            <a:gdLst/>
            <a:ahLst/>
            <a:cxnLst/>
            <a:rect l="l" t="t" r="r" b="b"/>
            <a:pathLst>
              <a:path w="657354" h="445365">
                <a:moveTo>
                  <a:pt x="138054" y="445366"/>
                </a:moveTo>
                <a:lnTo>
                  <a:pt x="315989" y="316556"/>
                </a:lnTo>
                <a:cubicBezTo>
                  <a:pt x="315989" y="316556"/>
                  <a:pt x="349480" y="347293"/>
                  <a:pt x="400915" y="346138"/>
                </a:cubicBezTo>
                <a:cubicBezTo>
                  <a:pt x="444799" y="345161"/>
                  <a:pt x="522973" y="286619"/>
                  <a:pt x="522973" y="286619"/>
                </a:cubicBezTo>
                <a:lnTo>
                  <a:pt x="546692" y="313714"/>
                </a:lnTo>
                <a:cubicBezTo>
                  <a:pt x="546692" y="313714"/>
                  <a:pt x="628419" y="249842"/>
                  <a:pt x="651249" y="168825"/>
                </a:cubicBezTo>
                <a:cubicBezTo>
                  <a:pt x="673991" y="87719"/>
                  <a:pt x="636147" y="-32029"/>
                  <a:pt x="487705" y="7946"/>
                </a:cubicBezTo>
                <a:cubicBezTo>
                  <a:pt x="339175" y="47922"/>
                  <a:pt x="1871" y="167048"/>
                  <a:pt x="1871" y="167048"/>
                </a:cubicBezTo>
                <a:cubicBezTo>
                  <a:pt x="1871" y="167048"/>
                  <a:pt x="-8878" y="229144"/>
                  <a:pt x="21148" y="294703"/>
                </a:cubicBezTo>
                <a:cubicBezTo>
                  <a:pt x="59791" y="379629"/>
                  <a:pt x="138054" y="445366"/>
                  <a:pt x="138054" y="445366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2319728" y="3854595"/>
            <a:ext cx="77204" cy="108942"/>
          </a:xfrm>
          <a:custGeom>
            <a:avLst/>
            <a:gdLst/>
            <a:ahLst/>
            <a:cxnLst/>
            <a:rect l="l" t="t" r="r" b="b"/>
            <a:pathLst>
              <a:path w="172357" h="243213">
                <a:moveTo>
                  <a:pt x="5138" y="215976"/>
                </a:moveTo>
                <a:cubicBezTo>
                  <a:pt x="430" y="199275"/>
                  <a:pt x="-9964" y="15122"/>
                  <a:pt x="25392" y="5261"/>
                </a:cubicBezTo>
                <a:cubicBezTo>
                  <a:pt x="60748" y="-4599"/>
                  <a:pt x="155446" y="-1756"/>
                  <a:pt x="163885" y="23739"/>
                </a:cubicBezTo>
                <a:cubicBezTo>
                  <a:pt x="172324" y="49323"/>
                  <a:pt x="176944" y="229479"/>
                  <a:pt x="165662" y="240050"/>
                </a:cubicBezTo>
                <a:cubicBezTo>
                  <a:pt x="154380" y="250622"/>
                  <a:pt x="9846" y="232677"/>
                  <a:pt x="5138" y="215976"/>
                </a:cubicBezTo>
                <a:close/>
              </a:path>
            </a:pathLst>
          </a:custGeom>
          <a:solidFill>
            <a:srgbClr val="F3EFEC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2330997" y="3703735"/>
            <a:ext cx="134401" cy="189611"/>
          </a:xfrm>
          <a:custGeom>
            <a:avLst/>
            <a:gdLst/>
            <a:ahLst/>
            <a:cxnLst/>
            <a:rect l="l" t="t" r="r" b="b"/>
            <a:pathLst>
              <a:path w="300049" h="423306">
                <a:moveTo>
                  <a:pt x="11693" y="398911"/>
                </a:moveTo>
                <a:cubicBezTo>
                  <a:pt x="11693" y="398911"/>
                  <a:pt x="-32191" y="294086"/>
                  <a:pt x="50070" y="237321"/>
                </a:cubicBezTo>
                <a:cubicBezTo>
                  <a:pt x="132419" y="180645"/>
                  <a:pt x="201976" y="146622"/>
                  <a:pt x="201976" y="146622"/>
                </a:cubicBezTo>
                <a:lnTo>
                  <a:pt x="213081" y="102560"/>
                </a:lnTo>
                <a:cubicBezTo>
                  <a:pt x="213081" y="102560"/>
                  <a:pt x="262472" y="-26250"/>
                  <a:pt x="281039" y="4842"/>
                </a:cubicBezTo>
                <a:cubicBezTo>
                  <a:pt x="299605" y="35934"/>
                  <a:pt x="312753" y="181622"/>
                  <a:pt x="280150" y="227372"/>
                </a:cubicBezTo>
                <a:cubicBezTo>
                  <a:pt x="247459" y="273033"/>
                  <a:pt x="121581" y="325800"/>
                  <a:pt x="104969" y="391982"/>
                </a:cubicBezTo>
                <a:cubicBezTo>
                  <a:pt x="88268" y="458163"/>
                  <a:pt x="11693" y="398911"/>
                  <a:pt x="11693" y="398911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2224461" y="3439424"/>
            <a:ext cx="176831" cy="116567"/>
          </a:xfrm>
          <a:custGeom>
            <a:avLst/>
            <a:gdLst/>
            <a:ahLst/>
            <a:cxnLst/>
            <a:rect l="l" t="t" r="r" b="b"/>
            <a:pathLst>
              <a:path w="394775" h="260236">
                <a:moveTo>
                  <a:pt x="0" y="143194"/>
                </a:moveTo>
                <a:cubicBezTo>
                  <a:pt x="0" y="143194"/>
                  <a:pt x="18211" y="168956"/>
                  <a:pt x="164166" y="163448"/>
                </a:cubicBezTo>
                <a:cubicBezTo>
                  <a:pt x="194192" y="162294"/>
                  <a:pt x="147287" y="191787"/>
                  <a:pt x="174293" y="226343"/>
                </a:cubicBezTo>
                <a:cubicBezTo>
                  <a:pt x="204319" y="264808"/>
                  <a:pt x="267835" y="209198"/>
                  <a:pt x="279295" y="222878"/>
                </a:cubicBezTo>
                <a:cubicBezTo>
                  <a:pt x="307277" y="256280"/>
                  <a:pt x="345831" y="266052"/>
                  <a:pt x="360933" y="257080"/>
                </a:cubicBezTo>
                <a:cubicBezTo>
                  <a:pt x="392025" y="238513"/>
                  <a:pt x="411036" y="173309"/>
                  <a:pt x="375769" y="93358"/>
                </a:cubicBezTo>
                <a:cubicBezTo>
                  <a:pt x="339880" y="12075"/>
                  <a:pt x="218888" y="-32076"/>
                  <a:pt x="97096" y="27532"/>
                </a:cubicBezTo>
                <a:cubicBezTo>
                  <a:pt x="18566" y="65908"/>
                  <a:pt x="0" y="143194"/>
                  <a:pt x="0" y="143194"/>
                </a:cubicBezTo>
                <a:close/>
              </a:path>
            </a:pathLst>
          </a:custGeom>
          <a:gradFill>
            <a:gsLst>
              <a:gs pos="0">
                <a:srgbClr val="1B0242"/>
              </a:gs>
              <a:gs pos="50000">
                <a:srgbClr val="1B0242"/>
              </a:gs>
              <a:gs pos="100000">
                <a:srgbClr val="1B0242"/>
              </a:gs>
            </a:gsLst>
            <a:lin ang="10542617"/>
          </a:gra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2259270" y="3492090"/>
            <a:ext cx="59631" cy="44230"/>
          </a:xfrm>
          <a:custGeom>
            <a:avLst/>
            <a:gdLst/>
            <a:ahLst/>
            <a:cxnLst/>
            <a:rect l="l" t="t" r="r" b="b"/>
            <a:pathLst>
              <a:path w="133126" h="98743">
                <a:moveTo>
                  <a:pt x="113994" y="70834"/>
                </a:moveTo>
                <a:cubicBezTo>
                  <a:pt x="132827" y="50491"/>
                  <a:pt x="144020" y="19843"/>
                  <a:pt x="117192" y="5630"/>
                </a:cubicBezTo>
                <a:cubicBezTo>
                  <a:pt x="75528" y="-16579"/>
                  <a:pt x="-6910" y="31125"/>
                  <a:pt x="463" y="75364"/>
                </a:cubicBezTo>
                <a:cubicBezTo>
                  <a:pt x="7926" y="119515"/>
                  <a:pt x="95161" y="91266"/>
                  <a:pt x="113994" y="70834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2358638" y="3600261"/>
            <a:ext cx="45979" cy="55592"/>
          </a:xfrm>
          <a:custGeom>
            <a:avLst/>
            <a:gdLst/>
            <a:ahLst/>
            <a:cxnLst/>
            <a:rect l="l" t="t" r="r" b="b"/>
            <a:pathLst>
              <a:path w="102649" h="124109">
                <a:moveTo>
                  <a:pt x="0" y="20512"/>
                </a:moveTo>
                <a:cubicBezTo>
                  <a:pt x="0" y="20512"/>
                  <a:pt x="35978" y="-5250"/>
                  <a:pt x="43262" y="968"/>
                </a:cubicBezTo>
                <a:cubicBezTo>
                  <a:pt x="50547" y="7187"/>
                  <a:pt x="117616" y="91668"/>
                  <a:pt x="99583" y="121516"/>
                </a:cubicBezTo>
                <a:cubicBezTo>
                  <a:pt x="93542" y="131466"/>
                  <a:pt x="26295" y="109968"/>
                  <a:pt x="19899" y="104371"/>
                </a:cubicBezTo>
                <a:cubicBezTo>
                  <a:pt x="7018" y="93267"/>
                  <a:pt x="0" y="20512"/>
                  <a:pt x="0" y="20512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2313378" y="3508956"/>
            <a:ext cx="385059" cy="198829"/>
          </a:xfrm>
          <a:custGeom>
            <a:avLst/>
            <a:gdLst/>
            <a:ahLst/>
            <a:cxnLst/>
            <a:rect l="l" t="t" r="r" b="b"/>
            <a:pathLst>
              <a:path w="859644" h="443885">
                <a:moveTo>
                  <a:pt x="38060" y="306345"/>
                </a:moveTo>
                <a:cubicBezTo>
                  <a:pt x="67553" y="296929"/>
                  <a:pt x="760903" y="6885"/>
                  <a:pt x="796970" y="134"/>
                </a:cubicBezTo>
                <a:cubicBezTo>
                  <a:pt x="833037" y="-6617"/>
                  <a:pt x="884472" y="243895"/>
                  <a:pt x="846007" y="256687"/>
                </a:cubicBezTo>
                <a:cubicBezTo>
                  <a:pt x="766678" y="282982"/>
                  <a:pt x="76614" y="441729"/>
                  <a:pt x="48364" y="443861"/>
                </a:cubicBezTo>
                <a:cubicBezTo>
                  <a:pt x="20115" y="445815"/>
                  <a:pt x="-38960" y="330864"/>
                  <a:pt x="38060" y="306345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2612826" y="3348594"/>
            <a:ext cx="496844" cy="303210"/>
          </a:xfrm>
          <a:custGeom>
            <a:avLst/>
            <a:gdLst/>
            <a:ahLst/>
            <a:cxnLst/>
            <a:rect l="l" t="t" r="r" b="b"/>
            <a:pathLst>
              <a:path w="1109202" h="676915">
                <a:moveTo>
                  <a:pt x="6217" y="509959"/>
                </a:moveTo>
                <a:cubicBezTo>
                  <a:pt x="-15458" y="404068"/>
                  <a:pt x="23717" y="334778"/>
                  <a:pt x="59518" y="323940"/>
                </a:cubicBezTo>
                <a:cubicBezTo>
                  <a:pt x="95318" y="313191"/>
                  <a:pt x="940664" y="-14429"/>
                  <a:pt x="958076" y="495"/>
                </a:cubicBezTo>
                <a:cubicBezTo>
                  <a:pt x="975487" y="15508"/>
                  <a:pt x="1139919" y="418371"/>
                  <a:pt x="1104119" y="429031"/>
                </a:cubicBezTo>
                <a:cubicBezTo>
                  <a:pt x="984459" y="464476"/>
                  <a:pt x="270766" y="643388"/>
                  <a:pt x="139468" y="675812"/>
                </a:cubicBezTo>
                <a:cubicBezTo>
                  <a:pt x="92209" y="687450"/>
                  <a:pt x="25672" y="605278"/>
                  <a:pt x="6217" y="509959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2981541" y="3060904"/>
            <a:ext cx="981884" cy="541948"/>
          </a:xfrm>
          <a:custGeom>
            <a:avLst/>
            <a:gdLst/>
            <a:ahLst/>
            <a:cxnLst/>
            <a:rect l="l" t="t" r="r" b="b"/>
            <a:pathLst>
              <a:path w="2192053" h="1209896">
                <a:moveTo>
                  <a:pt x="120885" y="557925"/>
                </a:moveTo>
                <a:cubicBezTo>
                  <a:pt x="179249" y="533407"/>
                  <a:pt x="1762807" y="50237"/>
                  <a:pt x="1881668" y="8841"/>
                </a:cubicBezTo>
                <a:cubicBezTo>
                  <a:pt x="2000528" y="-32556"/>
                  <a:pt x="2110416" y="72801"/>
                  <a:pt x="2167802" y="296042"/>
                </a:cubicBezTo>
                <a:cubicBezTo>
                  <a:pt x="2225189" y="519371"/>
                  <a:pt x="2185658" y="761355"/>
                  <a:pt x="1996086" y="805595"/>
                </a:cubicBezTo>
                <a:cubicBezTo>
                  <a:pt x="1821527" y="846281"/>
                  <a:pt x="241255" y="1195754"/>
                  <a:pt x="177206" y="1208724"/>
                </a:cubicBezTo>
                <a:cubicBezTo>
                  <a:pt x="113156" y="1221694"/>
                  <a:pt x="30807" y="1127441"/>
                  <a:pt x="4512" y="907132"/>
                </a:cubicBezTo>
                <a:cubicBezTo>
                  <a:pt x="-18407" y="713207"/>
                  <a:pt x="49906" y="587596"/>
                  <a:pt x="120885" y="557925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2970272" y="3542361"/>
            <a:ext cx="2666" cy="391906"/>
          </a:xfrm>
          <a:custGeom>
            <a:avLst/>
            <a:gdLst/>
            <a:ahLst/>
            <a:cxnLst/>
            <a:rect l="l" t="t" r="r" b="b"/>
            <a:pathLst>
              <a:path w="5951" h="874928">
                <a:moveTo>
                  <a:pt x="0" y="0"/>
                </a:moveTo>
                <a:lnTo>
                  <a:pt x="5952" y="874928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2871931" y="3881789"/>
            <a:ext cx="211828" cy="118137"/>
          </a:xfrm>
          <a:custGeom>
            <a:avLst/>
            <a:gdLst/>
            <a:ahLst/>
            <a:cxnLst/>
            <a:rect l="l" t="t" r="r" b="b"/>
            <a:pathLst>
              <a:path w="472906" h="263741">
                <a:moveTo>
                  <a:pt x="472101" y="137767"/>
                </a:moveTo>
                <a:cubicBezTo>
                  <a:pt x="487470" y="115558"/>
                  <a:pt x="278443" y="-16271"/>
                  <a:pt x="220168" y="1673"/>
                </a:cubicBezTo>
                <a:cubicBezTo>
                  <a:pt x="161892" y="19617"/>
                  <a:pt x="-14266" y="247655"/>
                  <a:pt x="925" y="261602"/>
                </a:cubicBezTo>
                <a:cubicBezTo>
                  <a:pt x="8831" y="268886"/>
                  <a:pt x="116587" y="257693"/>
                  <a:pt x="235003" y="226157"/>
                </a:cubicBezTo>
                <a:cubicBezTo>
                  <a:pt x="344269" y="197197"/>
                  <a:pt x="464817" y="148427"/>
                  <a:pt x="472101" y="137767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2716323" y="3974177"/>
            <a:ext cx="192988" cy="1018700"/>
          </a:xfrm>
          <a:custGeom>
            <a:avLst/>
            <a:gdLst/>
            <a:ahLst/>
            <a:cxnLst/>
            <a:rect l="l" t="t" r="r" b="b"/>
            <a:pathLst>
              <a:path w="430845" h="2274244">
                <a:moveTo>
                  <a:pt x="430846" y="0"/>
                </a:moveTo>
                <a:lnTo>
                  <a:pt x="0" y="2274244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3062349" y="3944533"/>
            <a:ext cx="177987" cy="851576"/>
          </a:xfrm>
          <a:custGeom>
            <a:avLst/>
            <a:gdLst/>
            <a:ahLst/>
            <a:cxnLst/>
            <a:rect l="l" t="t" r="r" b="b"/>
            <a:pathLst>
              <a:path w="397355" h="1901140">
                <a:moveTo>
                  <a:pt x="0" y="0"/>
                </a:moveTo>
                <a:lnTo>
                  <a:pt x="397355" y="1901141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2580236" y="5022562"/>
            <a:ext cx="152679" cy="832954"/>
          </a:xfrm>
          <a:custGeom>
            <a:avLst/>
            <a:gdLst/>
            <a:ahLst/>
            <a:cxnLst/>
            <a:rect l="l" t="t" r="r" b="b"/>
            <a:pathLst>
              <a:path w="340856" h="1859566">
                <a:moveTo>
                  <a:pt x="340857" y="0"/>
                </a:moveTo>
                <a:lnTo>
                  <a:pt x="0" y="1859566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3255218" y="4817636"/>
            <a:ext cx="175042" cy="774858"/>
          </a:xfrm>
          <a:custGeom>
            <a:avLst/>
            <a:gdLst/>
            <a:ahLst/>
            <a:cxnLst/>
            <a:rect l="l" t="t" r="r" b="b"/>
            <a:pathLst>
              <a:path w="390781" h="1729868">
                <a:moveTo>
                  <a:pt x="0" y="0"/>
                </a:moveTo>
                <a:lnTo>
                  <a:pt x="390782" y="1729868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2963786" y="3932158"/>
            <a:ext cx="6088" cy="802752"/>
          </a:xfrm>
          <a:custGeom>
            <a:avLst/>
            <a:gdLst/>
            <a:ahLst/>
            <a:cxnLst/>
            <a:rect l="l" t="t" r="r" b="b"/>
            <a:pathLst>
              <a:path w="13591" h="1792141">
                <a:moveTo>
                  <a:pt x="13592" y="0"/>
                </a:moveTo>
                <a:lnTo>
                  <a:pt x="0" y="1792141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2980418" y="4762804"/>
            <a:ext cx="11500" cy="1042813"/>
          </a:xfrm>
          <a:custGeom>
            <a:avLst/>
            <a:gdLst/>
            <a:ahLst/>
            <a:cxnLst/>
            <a:rect l="l" t="t" r="r" b="b"/>
            <a:pathLst>
              <a:path w="25673" h="2328077">
                <a:moveTo>
                  <a:pt x="0" y="0"/>
                </a:moveTo>
                <a:lnTo>
                  <a:pt x="25673" y="2328078"/>
                </a:lnTo>
              </a:path>
            </a:pathLst>
          </a:custGeom>
          <a:ln w="32426" cap="flat">
            <a:solidFill>
              <a:srgbClr val="1B024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1072497" y="6050602"/>
            <a:ext cx="196237" cy="83498"/>
          </a:xfrm>
          <a:custGeom>
            <a:avLst/>
            <a:gdLst/>
            <a:ahLst/>
            <a:cxnLst/>
            <a:rect l="l" t="t" r="r" b="b"/>
            <a:pathLst>
              <a:path w="438098" h="186408">
                <a:moveTo>
                  <a:pt x="1250" y="113288"/>
                </a:moveTo>
                <a:cubicBezTo>
                  <a:pt x="-4791" y="98275"/>
                  <a:pt x="12177" y="16281"/>
                  <a:pt x="28256" y="7842"/>
                </a:cubicBezTo>
                <a:cubicBezTo>
                  <a:pt x="33941" y="4821"/>
                  <a:pt x="106341" y="-10547"/>
                  <a:pt x="166215" y="12372"/>
                </a:cubicBezTo>
                <a:cubicBezTo>
                  <a:pt x="274415" y="53858"/>
                  <a:pt x="429075" y="143580"/>
                  <a:pt x="437959" y="175738"/>
                </a:cubicBezTo>
                <a:cubicBezTo>
                  <a:pt x="446931" y="207896"/>
                  <a:pt x="20527" y="161613"/>
                  <a:pt x="1250" y="11328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1534555" y="5934860"/>
            <a:ext cx="202065" cy="81626"/>
          </a:xfrm>
          <a:custGeom>
            <a:avLst/>
            <a:gdLst/>
            <a:ahLst/>
            <a:cxnLst/>
            <a:rect l="l" t="t" r="r" b="b"/>
            <a:pathLst>
              <a:path w="451109" h="182229">
                <a:moveTo>
                  <a:pt x="44956" y="0"/>
                </a:moveTo>
                <a:cubicBezTo>
                  <a:pt x="44956" y="0"/>
                  <a:pt x="118599" y="4353"/>
                  <a:pt x="180872" y="24607"/>
                </a:cubicBezTo>
                <a:cubicBezTo>
                  <a:pt x="294846" y="61562"/>
                  <a:pt x="432895" y="129431"/>
                  <a:pt x="449951" y="163188"/>
                </a:cubicBezTo>
                <a:cubicBezTo>
                  <a:pt x="476334" y="215334"/>
                  <a:pt x="43623" y="146843"/>
                  <a:pt x="14397" y="118860"/>
                </a:cubicBezTo>
                <a:cubicBezTo>
                  <a:pt x="-20782" y="85192"/>
                  <a:pt x="15996" y="37310"/>
                  <a:pt x="44956" y="0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2301637" y="5375937"/>
            <a:ext cx="370831" cy="308449"/>
          </a:xfrm>
          <a:custGeom>
            <a:avLst/>
            <a:gdLst/>
            <a:ahLst/>
            <a:cxnLst/>
            <a:rect l="l" t="t" r="r" b="b"/>
            <a:pathLst>
              <a:path w="827880" h="688611">
                <a:moveTo>
                  <a:pt x="76617" y="127593"/>
                </a:moveTo>
                <a:cubicBezTo>
                  <a:pt x="88699" y="98101"/>
                  <a:pt x="359643" y="184980"/>
                  <a:pt x="359643" y="184980"/>
                </a:cubicBezTo>
                <a:cubicBezTo>
                  <a:pt x="359643" y="184980"/>
                  <a:pt x="496092" y="3225"/>
                  <a:pt x="538733" y="27"/>
                </a:cubicBezTo>
                <a:cubicBezTo>
                  <a:pt x="581373" y="-3171"/>
                  <a:pt x="566627" y="276657"/>
                  <a:pt x="566627" y="276657"/>
                </a:cubicBezTo>
                <a:cubicBezTo>
                  <a:pt x="566627" y="276657"/>
                  <a:pt x="817317" y="379349"/>
                  <a:pt x="827622" y="421457"/>
                </a:cubicBezTo>
                <a:cubicBezTo>
                  <a:pt x="837927" y="463564"/>
                  <a:pt x="536601" y="543249"/>
                  <a:pt x="536601" y="543249"/>
                </a:cubicBezTo>
                <a:cubicBezTo>
                  <a:pt x="536601" y="543249"/>
                  <a:pt x="520344" y="686094"/>
                  <a:pt x="504621" y="688581"/>
                </a:cubicBezTo>
                <a:cubicBezTo>
                  <a:pt x="488808" y="691069"/>
                  <a:pt x="314693" y="538451"/>
                  <a:pt x="314693" y="538451"/>
                </a:cubicBezTo>
                <a:cubicBezTo>
                  <a:pt x="314693" y="538451"/>
                  <a:pt x="16566" y="664063"/>
                  <a:pt x="1819" y="654824"/>
                </a:cubicBezTo>
                <a:cubicBezTo>
                  <a:pt x="-20123" y="641143"/>
                  <a:pt x="163675" y="335376"/>
                  <a:pt x="163675" y="335376"/>
                </a:cubicBezTo>
                <a:lnTo>
                  <a:pt x="76617" y="127593"/>
                </a:ln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7952"/>
          </a:gra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3789576" y="3106983"/>
            <a:ext cx="132687" cy="272786"/>
          </a:xfrm>
          <a:custGeom>
            <a:avLst/>
            <a:gdLst/>
            <a:ahLst/>
            <a:cxnLst/>
            <a:rect l="l" t="t" r="r" b="b"/>
            <a:pathLst>
              <a:path w="296224" h="608993">
                <a:moveTo>
                  <a:pt x="120372" y="222"/>
                </a:moveTo>
                <a:cubicBezTo>
                  <a:pt x="276098" y="9461"/>
                  <a:pt x="371950" y="469266"/>
                  <a:pt x="218800" y="594611"/>
                </a:cubicBezTo>
                <a:cubicBezTo>
                  <a:pt x="65561" y="719868"/>
                  <a:pt x="-130940" y="-14613"/>
                  <a:pt x="120372" y="222"/>
                </a:cubicBez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8084"/>
          </a:gra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2677664" y="4957467"/>
            <a:ext cx="78680" cy="92392"/>
          </a:xfrm>
          <a:custGeom>
            <a:avLst/>
            <a:gdLst/>
            <a:ahLst/>
            <a:cxnLst/>
            <a:rect l="l" t="t" r="r" b="b"/>
            <a:pathLst>
              <a:path w="175653" h="206264">
                <a:moveTo>
                  <a:pt x="20834" y="181568"/>
                </a:moveTo>
                <a:cubicBezTo>
                  <a:pt x="-35575" y="132176"/>
                  <a:pt x="29896" y="-22396"/>
                  <a:pt x="129390" y="2744"/>
                </a:cubicBezTo>
                <a:cubicBezTo>
                  <a:pt x="182157" y="16069"/>
                  <a:pt x="191041" y="122582"/>
                  <a:pt x="149555" y="163801"/>
                </a:cubicBezTo>
                <a:cubicBezTo>
                  <a:pt x="96610" y="216568"/>
                  <a:pt x="61698" y="217368"/>
                  <a:pt x="20834" y="18156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2932736" y="4697676"/>
            <a:ext cx="78028" cy="84715"/>
          </a:xfrm>
          <a:custGeom>
            <a:avLst/>
            <a:gdLst/>
            <a:ahLst/>
            <a:cxnLst/>
            <a:rect l="l" t="t" r="r" b="b"/>
            <a:pathLst>
              <a:path w="174198" h="189126">
                <a:moveTo>
                  <a:pt x="51462" y="171158"/>
                </a:moveTo>
                <a:cubicBezTo>
                  <a:pt x="-38349" y="121056"/>
                  <a:pt x="-4147" y="-27919"/>
                  <a:pt x="104053" y="4594"/>
                </a:cubicBezTo>
                <a:cubicBezTo>
                  <a:pt x="212164" y="37108"/>
                  <a:pt x="195818" y="251731"/>
                  <a:pt x="51462" y="17115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3213484" y="4768092"/>
            <a:ext cx="71919" cy="92798"/>
          </a:xfrm>
          <a:custGeom>
            <a:avLst/>
            <a:gdLst/>
            <a:ahLst/>
            <a:cxnLst/>
            <a:rect l="l" t="t" r="r" b="b"/>
            <a:pathLst>
              <a:path w="160560" h="207172">
                <a:moveTo>
                  <a:pt x="66077" y="1074"/>
                </a:moveTo>
                <a:cubicBezTo>
                  <a:pt x="145583" y="-15005"/>
                  <a:pt x="205547" y="154047"/>
                  <a:pt x="115646" y="200063"/>
                </a:cubicBezTo>
                <a:cubicBezTo>
                  <a:pt x="19262" y="249366"/>
                  <a:pt x="-62111" y="27014"/>
                  <a:pt x="66077" y="1074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1454617" y="3936137"/>
            <a:ext cx="377620" cy="194739"/>
          </a:xfrm>
          <a:custGeom>
            <a:avLst/>
            <a:gdLst/>
            <a:ahLst/>
            <a:cxnLst/>
            <a:rect l="l" t="t" r="r" b="b"/>
            <a:pathLst>
              <a:path w="843036" h="434754">
                <a:moveTo>
                  <a:pt x="105890" y="0"/>
                </a:moveTo>
                <a:lnTo>
                  <a:pt x="843036" y="21054"/>
                </a:lnTo>
                <a:lnTo>
                  <a:pt x="691752" y="434754"/>
                </a:lnTo>
                <a:lnTo>
                  <a:pt x="0" y="417610"/>
                </a:ln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583631" y="3870329"/>
            <a:ext cx="78920" cy="169496"/>
          </a:xfrm>
          <a:custGeom>
            <a:avLst/>
            <a:gdLst/>
            <a:ahLst/>
            <a:cxnLst/>
            <a:rect l="l" t="t" r="r" b="b"/>
            <a:pathLst>
              <a:path w="176189" h="378399">
                <a:moveTo>
                  <a:pt x="144955" y="43068"/>
                </a:moveTo>
                <a:cubicBezTo>
                  <a:pt x="144955" y="43068"/>
                  <a:pt x="196390" y="177208"/>
                  <a:pt x="167252" y="248364"/>
                </a:cubicBezTo>
                <a:cubicBezTo>
                  <a:pt x="138115" y="319520"/>
                  <a:pt x="115373" y="364381"/>
                  <a:pt x="54166" y="375841"/>
                </a:cubicBezTo>
                <a:cubicBezTo>
                  <a:pt x="-7041" y="387301"/>
                  <a:pt x="-7751" y="358607"/>
                  <a:pt x="10193" y="322807"/>
                </a:cubicBezTo>
                <a:cubicBezTo>
                  <a:pt x="28227" y="287007"/>
                  <a:pt x="36932" y="258136"/>
                  <a:pt x="46526" y="202259"/>
                </a:cubicBezTo>
                <a:cubicBezTo>
                  <a:pt x="56121" y="146382"/>
                  <a:pt x="34445" y="77269"/>
                  <a:pt x="32846" y="20504"/>
                </a:cubicBezTo>
                <a:cubicBezTo>
                  <a:pt x="31247" y="-36350"/>
                  <a:pt x="144955" y="43068"/>
                  <a:pt x="144955" y="43068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1635756" y="3889602"/>
            <a:ext cx="61130" cy="59995"/>
          </a:xfrm>
          <a:custGeom>
            <a:avLst/>
            <a:gdLst/>
            <a:ahLst/>
            <a:cxnLst/>
            <a:rect l="l" t="t" r="r" b="b"/>
            <a:pathLst>
              <a:path w="136472" h="133939">
                <a:moveTo>
                  <a:pt x="133854" y="116325"/>
                </a:moveTo>
                <a:cubicBezTo>
                  <a:pt x="133854" y="116325"/>
                  <a:pt x="62876" y="-2535"/>
                  <a:pt x="28586" y="41"/>
                </a:cubicBezTo>
                <a:cubicBezTo>
                  <a:pt x="-5704" y="2617"/>
                  <a:pt x="425" y="84967"/>
                  <a:pt x="425" y="84967"/>
                </a:cubicBezTo>
                <a:cubicBezTo>
                  <a:pt x="425" y="84967"/>
                  <a:pt x="158550" y="169626"/>
                  <a:pt x="133854" y="116325"/>
                </a:cubicBezTo>
                <a:close/>
              </a:path>
            </a:pathLst>
          </a:custGeom>
          <a:solidFill>
            <a:srgbClr val="FF972A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1564481" y="3817797"/>
            <a:ext cx="99651" cy="89491"/>
          </a:xfrm>
          <a:custGeom>
            <a:avLst/>
            <a:gdLst/>
            <a:ahLst/>
            <a:cxnLst/>
            <a:rect l="l" t="t" r="r" b="b"/>
            <a:pathLst>
              <a:path w="222470" h="199788">
                <a:moveTo>
                  <a:pt x="121614" y="199788"/>
                </a:moveTo>
                <a:lnTo>
                  <a:pt x="59341" y="197567"/>
                </a:lnTo>
                <a:lnTo>
                  <a:pt x="0" y="50280"/>
                </a:lnTo>
                <a:lnTo>
                  <a:pt x="167364" y="0"/>
                </a:lnTo>
                <a:cubicBezTo>
                  <a:pt x="167364" y="0"/>
                  <a:pt x="220398" y="137249"/>
                  <a:pt x="222441" y="164699"/>
                </a:cubicBezTo>
                <a:cubicBezTo>
                  <a:pt x="224484" y="192059"/>
                  <a:pt x="121614" y="199788"/>
                  <a:pt x="121614" y="199788"/>
                </a:cubicBezTo>
                <a:close/>
              </a:path>
            </a:pathLst>
          </a:custGeom>
          <a:solidFill>
            <a:srgbClr val="F3EFEC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3507298" y="4315787"/>
            <a:ext cx="106628" cy="123690"/>
          </a:xfrm>
          <a:custGeom>
            <a:avLst/>
            <a:gdLst/>
            <a:ahLst/>
            <a:cxnLst/>
            <a:rect l="l" t="t" r="r" b="b"/>
            <a:pathLst>
              <a:path w="238047" h="276138">
                <a:moveTo>
                  <a:pt x="113173" y="0"/>
                </a:moveTo>
                <a:cubicBezTo>
                  <a:pt x="121523" y="-177"/>
                  <a:pt x="161765" y="73910"/>
                  <a:pt x="161765" y="73910"/>
                </a:cubicBezTo>
                <a:cubicBezTo>
                  <a:pt x="161765" y="73910"/>
                  <a:pt x="235231" y="71334"/>
                  <a:pt x="237719" y="77020"/>
                </a:cubicBezTo>
                <a:cubicBezTo>
                  <a:pt x="242515" y="88124"/>
                  <a:pt x="193213" y="138848"/>
                  <a:pt x="193213" y="138848"/>
                </a:cubicBezTo>
                <a:cubicBezTo>
                  <a:pt x="193213" y="138848"/>
                  <a:pt x="239939" y="216401"/>
                  <a:pt x="237896" y="221286"/>
                </a:cubicBezTo>
                <a:cubicBezTo>
                  <a:pt x="235231" y="228038"/>
                  <a:pt x="139468" y="190194"/>
                  <a:pt x="139468" y="190194"/>
                </a:cubicBezTo>
                <a:cubicBezTo>
                  <a:pt x="139468" y="190194"/>
                  <a:pt x="65380" y="278318"/>
                  <a:pt x="60760" y="276097"/>
                </a:cubicBezTo>
                <a:cubicBezTo>
                  <a:pt x="55342" y="273610"/>
                  <a:pt x="64936" y="166564"/>
                  <a:pt x="64936" y="166564"/>
                </a:cubicBezTo>
                <a:cubicBezTo>
                  <a:pt x="64936" y="166564"/>
                  <a:pt x="-2756" y="115218"/>
                  <a:pt x="87" y="102249"/>
                </a:cubicBezTo>
                <a:cubicBezTo>
                  <a:pt x="2841" y="89900"/>
                  <a:pt x="83502" y="80573"/>
                  <a:pt x="83502" y="80573"/>
                </a:cubicBezTo>
                <a:cubicBezTo>
                  <a:pt x="83502" y="80573"/>
                  <a:pt x="103934" y="178"/>
                  <a:pt x="113173" y="0"/>
                </a:cubicBez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7860"/>
          </a:gra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2367755" y="3734593"/>
            <a:ext cx="47876" cy="18264"/>
          </a:xfrm>
          <a:custGeom>
            <a:avLst/>
            <a:gdLst/>
            <a:ahLst/>
            <a:cxnLst/>
            <a:rect l="l" t="t" r="r" b="b"/>
            <a:pathLst>
              <a:path w="106882" h="40774">
                <a:moveTo>
                  <a:pt x="78873" y="40775"/>
                </a:moveTo>
                <a:cubicBezTo>
                  <a:pt x="78873" y="40775"/>
                  <a:pt x="2742" y="38643"/>
                  <a:pt x="77" y="28427"/>
                </a:cubicBezTo>
                <a:cubicBezTo>
                  <a:pt x="-2588" y="18389"/>
                  <a:pt x="64571" y="0"/>
                  <a:pt x="64571" y="0"/>
                </a:cubicBezTo>
                <a:cubicBezTo>
                  <a:pt x="64571" y="0"/>
                  <a:pt x="108100" y="13236"/>
                  <a:pt x="106856" y="22297"/>
                </a:cubicBezTo>
                <a:cubicBezTo>
                  <a:pt x="105524" y="31447"/>
                  <a:pt x="78873" y="40775"/>
                  <a:pt x="78873" y="40775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5100977" y="4211051"/>
            <a:ext cx="29491" cy="62065"/>
          </a:xfrm>
          <a:custGeom>
            <a:avLst/>
            <a:gdLst/>
            <a:ahLst/>
            <a:cxnLst/>
            <a:rect l="l" t="t" r="r" b="b"/>
            <a:pathLst>
              <a:path w="65838" h="138560">
                <a:moveTo>
                  <a:pt x="23839" y="1472"/>
                </a:moveTo>
                <a:cubicBezTo>
                  <a:pt x="59905" y="-17095"/>
                  <a:pt x="85490" y="146272"/>
                  <a:pt x="45780" y="138276"/>
                </a:cubicBezTo>
                <a:cubicBezTo>
                  <a:pt x="6072" y="130193"/>
                  <a:pt x="-22355" y="25190"/>
                  <a:pt x="23839" y="1472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2974919" y="5759768"/>
            <a:ext cx="33894" cy="77267"/>
          </a:xfrm>
          <a:custGeom>
            <a:avLst/>
            <a:gdLst/>
            <a:ahLst/>
            <a:cxnLst/>
            <a:rect l="l" t="t" r="r" b="b"/>
            <a:pathLst>
              <a:path w="75669" h="172498">
                <a:moveTo>
                  <a:pt x="27113" y="170760"/>
                </a:moveTo>
                <a:cubicBezTo>
                  <a:pt x="-17393" y="191992"/>
                  <a:pt x="-5312" y="11925"/>
                  <a:pt x="50210" y="554"/>
                </a:cubicBezTo>
                <a:cubicBezTo>
                  <a:pt x="105909" y="-10817"/>
                  <a:pt x="57227" y="156369"/>
                  <a:pt x="27113" y="170760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9" name="Freeform 49"/>
          <p:cNvSpPr/>
          <p:nvPr/>
        </p:nvSpPr>
        <p:spPr>
          <a:xfrm>
            <a:off x="2568726" y="5816329"/>
            <a:ext cx="36941" cy="80837"/>
          </a:xfrm>
          <a:custGeom>
            <a:avLst/>
            <a:gdLst/>
            <a:ahLst/>
            <a:cxnLst/>
            <a:rect l="l" t="t" r="r" b="b"/>
            <a:pathLst>
              <a:path w="82471" h="180468">
                <a:moveTo>
                  <a:pt x="26673" y="180228"/>
                </a:moveTo>
                <a:cubicBezTo>
                  <a:pt x="-13125" y="188312"/>
                  <a:pt x="-12325" y="-10410"/>
                  <a:pt x="56077" y="428"/>
                </a:cubicBezTo>
                <a:cubicBezTo>
                  <a:pt x="120126" y="10643"/>
                  <a:pt x="50480" y="175342"/>
                  <a:pt x="26673" y="18022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0" name="Freeform 50"/>
          <p:cNvSpPr/>
          <p:nvPr/>
        </p:nvSpPr>
        <p:spPr>
          <a:xfrm>
            <a:off x="1173953" y="3156852"/>
            <a:ext cx="923897" cy="694268"/>
          </a:xfrm>
          <a:custGeom>
            <a:avLst/>
            <a:gdLst/>
            <a:ahLst/>
            <a:cxnLst/>
            <a:rect l="l" t="t" r="r" b="b"/>
            <a:pathLst>
              <a:path w="2062598" h="1549950">
                <a:moveTo>
                  <a:pt x="2061607" y="837907"/>
                </a:moveTo>
                <a:cubicBezTo>
                  <a:pt x="2032647" y="697993"/>
                  <a:pt x="709995" y="-242494"/>
                  <a:pt x="148208" y="59364"/>
                </a:cubicBezTo>
                <a:cubicBezTo>
                  <a:pt x="-413491" y="361134"/>
                  <a:pt x="800695" y="1531347"/>
                  <a:pt x="824591" y="1547159"/>
                </a:cubicBezTo>
                <a:cubicBezTo>
                  <a:pt x="848488" y="1562972"/>
                  <a:pt x="1077236" y="1507895"/>
                  <a:pt x="1095358" y="1475293"/>
                </a:cubicBezTo>
                <a:cubicBezTo>
                  <a:pt x="1113480" y="1442601"/>
                  <a:pt x="843690" y="683424"/>
                  <a:pt x="843690" y="683424"/>
                </a:cubicBezTo>
                <a:cubicBezTo>
                  <a:pt x="843690" y="683424"/>
                  <a:pt x="1245399" y="1064257"/>
                  <a:pt x="1475391" y="1101123"/>
                </a:cubicBezTo>
                <a:cubicBezTo>
                  <a:pt x="1475479" y="1101123"/>
                  <a:pt x="2090567" y="977821"/>
                  <a:pt x="2061607" y="837907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1852412" y="3529526"/>
            <a:ext cx="324376" cy="339363"/>
          </a:xfrm>
          <a:custGeom>
            <a:avLst/>
            <a:gdLst/>
            <a:ahLst/>
            <a:cxnLst/>
            <a:rect l="l" t="t" r="r" b="b"/>
            <a:pathLst>
              <a:path w="724168" h="757627">
                <a:moveTo>
                  <a:pt x="559744" y="4491"/>
                </a:moveTo>
                <a:cubicBezTo>
                  <a:pt x="559744" y="4491"/>
                  <a:pt x="485923" y="-15674"/>
                  <a:pt x="460428" y="29454"/>
                </a:cubicBezTo>
                <a:cubicBezTo>
                  <a:pt x="435021" y="74670"/>
                  <a:pt x="65649" y="620024"/>
                  <a:pt x="65649" y="620024"/>
                </a:cubicBezTo>
                <a:lnTo>
                  <a:pt x="0" y="757628"/>
                </a:lnTo>
                <a:cubicBezTo>
                  <a:pt x="0" y="757628"/>
                  <a:pt x="289511" y="660443"/>
                  <a:pt x="337570" y="627930"/>
                </a:cubicBezTo>
                <a:cubicBezTo>
                  <a:pt x="385629" y="595505"/>
                  <a:pt x="710762" y="380349"/>
                  <a:pt x="720356" y="351478"/>
                </a:cubicBezTo>
                <a:cubicBezTo>
                  <a:pt x="753492" y="251362"/>
                  <a:pt x="559744" y="4491"/>
                  <a:pt x="559744" y="449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2" name="Freeform 52"/>
          <p:cNvSpPr/>
          <p:nvPr/>
        </p:nvSpPr>
        <p:spPr>
          <a:xfrm>
            <a:off x="1839917" y="3612217"/>
            <a:ext cx="334327" cy="267376"/>
          </a:xfrm>
          <a:custGeom>
            <a:avLst/>
            <a:gdLst/>
            <a:ahLst/>
            <a:cxnLst/>
            <a:rect l="l" t="t" r="r" b="b"/>
            <a:pathLst>
              <a:path w="746384" h="596916">
                <a:moveTo>
                  <a:pt x="715026" y="928"/>
                </a:moveTo>
                <a:cubicBezTo>
                  <a:pt x="700546" y="-11509"/>
                  <a:pt x="559389" y="105131"/>
                  <a:pt x="559389" y="105131"/>
                </a:cubicBezTo>
                <a:cubicBezTo>
                  <a:pt x="559389" y="105131"/>
                  <a:pt x="293686" y="137644"/>
                  <a:pt x="265792" y="171401"/>
                </a:cubicBezTo>
                <a:cubicBezTo>
                  <a:pt x="237898" y="205069"/>
                  <a:pt x="62628" y="465265"/>
                  <a:pt x="37133" y="510481"/>
                </a:cubicBezTo>
                <a:cubicBezTo>
                  <a:pt x="11637" y="555698"/>
                  <a:pt x="0" y="596917"/>
                  <a:pt x="0" y="596917"/>
                </a:cubicBezTo>
                <a:cubicBezTo>
                  <a:pt x="0" y="596917"/>
                  <a:pt x="280894" y="484453"/>
                  <a:pt x="326021" y="467130"/>
                </a:cubicBezTo>
                <a:cubicBezTo>
                  <a:pt x="371149" y="449808"/>
                  <a:pt x="592169" y="148748"/>
                  <a:pt x="592169" y="148748"/>
                </a:cubicBezTo>
                <a:cubicBezTo>
                  <a:pt x="592169" y="148748"/>
                  <a:pt x="733237" y="138977"/>
                  <a:pt x="743364" y="119255"/>
                </a:cubicBezTo>
                <a:cubicBezTo>
                  <a:pt x="755179" y="96159"/>
                  <a:pt x="729506" y="13365"/>
                  <a:pt x="715026" y="928"/>
                </a:cubicBezTo>
                <a:close/>
              </a:path>
            </a:pathLst>
          </a:custGeom>
          <a:solidFill>
            <a:srgbClr val="1B024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3" name="Freeform 53"/>
          <p:cNvSpPr/>
          <p:nvPr/>
        </p:nvSpPr>
        <p:spPr>
          <a:xfrm>
            <a:off x="660400" y="5412575"/>
            <a:ext cx="207212" cy="212542"/>
          </a:xfrm>
          <a:custGeom>
            <a:avLst/>
            <a:gdLst/>
            <a:ahLst/>
            <a:cxnLst/>
            <a:rect l="l" t="t" r="r" b="b"/>
            <a:pathLst>
              <a:path w="462601" h="474500">
                <a:moveTo>
                  <a:pt x="287601" y="140"/>
                </a:moveTo>
                <a:cubicBezTo>
                  <a:pt x="293731" y="4137"/>
                  <a:pt x="316827" y="132769"/>
                  <a:pt x="316827" y="132769"/>
                </a:cubicBezTo>
                <a:cubicBezTo>
                  <a:pt x="316827" y="132769"/>
                  <a:pt x="439419" y="115002"/>
                  <a:pt x="447147" y="122731"/>
                </a:cubicBezTo>
                <a:cubicBezTo>
                  <a:pt x="457541" y="133035"/>
                  <a:pt x="347831" y="234040"/>
                  <a:pt x="347831" y="234040"/>
                </a:cubicBezTo>
                <a:cubicBezTo>
                  <a:pt x="347831" y="234040"/>
                  <a:pt x="470866" y="390921"/>
                  <a:pt x="462160" y="398828"/>
                </a:cubicBezTo>
                <a:cubicBezTo>
                  <a:pt x="449279" y="410642"/>
                  <a:pt x="263527" y="338065"/>
                  <a:pt x="263527" y="338065"/>
                </a:cubicBezTo>
                <a:cubicBezTo>
                  <a:pt x="263527" y="338065"/>
                  <a:pt x="154350" y="482420"/>
                  <a:pt x="144400" y="474159"/>
                </a:cubicBezTo>
                <a:cubicBezTo>
                  <a:pt x="137471" y="468384"/>
                  <a:pt x="149286" y="305552"/>
                  <a:pt x="149286" y="305552"/>
                </a:cubicBezTo>
                <a:cubicBezTo>
                  <a:pt x="149286" y="305552"/>
                  <a:pt x="4575" y="295868"/>
                  <a:pt x="134" y="284320"/>
                </a:cubicBezTo>
                <a:cubicBezTo>
                  <a:pt x="-4486" y="272327"/>
                  <a:pt x="112242" y="184915"/>
                  <a:pt x="112242" y="184915"/>
                </a:cubicBezTo>
                <a:cubicBezTo>
                  <a:pt x="112242" y="184915"/>
                  <a:pt x="57520" y="76537"/>
                  <a:pt x="60097" y="71473"/>
                </a:cubicBezTo>
                <a:cubicBezTo>
                  <a:pt x="66049" y="59925"/>
                  <a:pt x="197434" y="115801"/>
                  <a:pt x="197434" y="115801"/>
                </a:cubicBezTo>
                <a:cubicBezTo>
                  <a:pt x="197434" y="115801"/>
                  <a:pt x="280405" y="-4658"/>
                  <a:pt x="287601" y="140"/>
                </a:cubicBezTo>
                <a:close/>
              </a:path>
            </a:pathLst>
          </a:custGeom>
          <a:gradFill>
            <a:gsLst>
              <a:gs pos="0">
                <a:srgbClr val="FFCE14"/>
              </a:gs>
              <a:gs pos="50000">
                <a:srgbClr val="FFD829"/>
              </a:gs>
              <a:gs pos="100000">
                <a:srgbClr val="FFE23F"/>
              </a:gs>
            </a:gsLst>
            <a:lin ang="14118129"/>
          </a:gra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4" name="Freeform 54"/>
          <p:cNvSpPr/>
          <p:nvPr/>
        </p:nvSpPr>
        <p:spPr>
          <a:xfrm>
            <a:off x="3061235" y="3337478"/>
            <a:ext cx="60722" cy="27413"/>
          </a:xfrm>
          <a:custGeom>
            <a:avLst/>
            <a:gdLst/>
            <a:ahLst/>
            <a:cxnLst/>
            <a:rect l="l" t="t" r="r" b="b"/>
            <a:pathLst>
              <a:path w="135562" h="61199">
                <a:moveTo>
                  <a:pt x="0" y="61199"/>
                </a:moveTo>
                <a:cubicBezTo>
                  <a:pt x="18034" y="24422"/>
                  <a:pt x="135117" y="-27102"/>
                  <a:pt x="135561" y="16960"/>
                </a:cubicBezTo>
                <a:cubicBezTo>
                  <a:pt x="136094" y="60933"/>
                  <a:pt x="0" y="61199"/>
                  <a:pt x="0" y="61199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5" name="Freeform 55"/>
          <p:cNvSpPr/>
          <p:nvPr/>
        </p:nvSpPr>
        <p:spPr>
          <a:xfrm>
            <a:off x="660420" y="3060885"/>
            <a:ext cx="3979" cy="3979"/>
          </a:xfrm>
          <a:custGeom>
            <a:avLst/>
            <a:gdLst/>
            <a:ahLst/>
            <a:cxnLst/>
            <a:rect l="l" t="t" r="r" b="b"/>
            <a:pathLst>
              <a:path w="8883" h="8883"/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4992272" y="4732371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7" name="AutoShape 57"/>
          <p:cNvSpPr/>
          <p:nvPr/>
        </p:nvSpPr>
        <p:spPr>
          <a:xfrm>
            <a:off x="5000384" y="4689273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9A2C">
                  <a:lumMod val="60000"/>
                  <a:lumOff val="40000"/>
                </a:srgbClr>
              </a:gs>
              <a:gs pos="50000">
                <a:srgbClr val="FF9A2C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58" name="AutoShape 58"/>
          <p:cNvSpPr/>
          <p:nvPr/>
        </p:nvSpPr>
        <p:spPr>
          <a:xfrm>
            <a:off x="3371731" y="5712849"/>
            <a:ext cx="3644900" cy="6396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108000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9" name="AutoShape 59"/>
          <p:cNvSpPr/>
          <p:nvPr/>
        </p:nvSpPr>
        <p:spPr>
          <a:xfrm>
            <a:off x="3379843" y="5672113"/>
            <a:ext cx="721171" cy="7211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C717">
                  <a:lumMod val="60000"/>
                  <a:lumOff val="40000"/>
                </a:srgbClr>
              </a:gs>
              <a:gs pos="50000">
                <a:srgbClr val="FFC717"/>
              </a:gs>
            </a:gsLst>
            <a:lin ang="2700000"/>
          </a:gradFill>
          <a:ln w="76200">
            <a:solidFill>
              <a:srgbClr val="FFFFFF">
                <a:alpha val="95000"/>
              </a:srgbClr>
            </a:solidFill>
          </a:ln>
        </p:spPr>
        <p:txBody>
          <a:bodyPr vert="horz" wrap="none" lIns="91440" tIns="45720" rIns="91440" bIns="45720" anchor="ctr">
            <a:normAutofit/>
          </a:bodyPr>
          <a:lstStyle/>
          <a:p>
            <a:pPr marL="0" algn="ctr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766568" y="791399"/>
            <a:ext cx="2649784" cy="701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Introduction: The Challenge of Equipment Failure</a:t>
            </a:r>
            <a:endParaRPr lang="en-US" sz="1100"/>
          </a:p>
        </p:txBody>
      </p:sp>
      <p:sp>
        <p:nvSpPr>
          <p:cNvPr id="61" name="TextBox 61"/>
          <p:cNvSpPr txBox="1"/>
          <p:nvPr/>
        </p:nvSpPr>
        <p:spPr>
          <a:xfrm>
            <a:off x="8405982" y="1932003"/>
            <a:ext cx="2635057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Predictive Maintenance: An AI-Driven Solution</a:t>
            </a:r>
            <a:endParaRPr lang="en-US" sz="1100"/>
          </a:p>
        </p:txBody>
      </p:sp>
      <p:sp>
        <p:nvSpPr>
          <p:cNvPr id="62" name="TextBox 62"/>
          <p:cNvSpPr txBox="1"/>
          <p:nvPr/>
        </p:nvSpPr>
        <p:spPr>
          <a:xfrm>
            <a:off x="7892930" y="2895468"/>
            <a:ext cx="2635057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Project Objectives: Precision, Functionality, Trust</a:t>
            </a:r>
            <a:endParaRPr lang="en-US" sz="1100"/>
          </a:p>
        </p:txBody>
      </p:sp>
      <p:sp>
        <p:nvSpPr>
          <p:cNvPr id="63" name="TextBox 63"/>
          <p:cNvSpPr txBox="1"/>
          <p:nvPr/>
        </p:nvSpPr>
        <p:spPr>
          <a:xfrm>
            <a:off x="6685012" y="3892963"/>
            <a:ext cx="2635057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Technical Architecture: Models and Data</a:t>
            </a:r>
            <a:endParaRPr lang="en-US" sz="1100"/>
          </a:p>
        </p:txBody>
      </p:sp>
      <p:sp>
        <p:nvSpPr>
          <p:cNvPr id="64" name="TextBox 64"/>
          <p:cNvSpPr txBox="1"/>
          <p:nvPr/>
        </p:nvSpPr>
        <p:spPr>
          <a:xfrm>
            <a:off x="5721555" y="4880601"/>
            <a:ext cx="2635057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Processing and Feature Engineering</a:t>
            </a:r>
            <a:endParaRPr lang="en-US" sz="1100"/>
          </a:p>
        </p:txBody>
      </p:sp>
      <p:sp>
        <p:nvSpPr>
          <p:cNvPr id="65" name="TextBox 65"/>
          <p:cNvSpPr txBox="1"/>
          <p:nvPr/>
        </p:nvSpPr>
        <p:spPr>
          <a:xfrm>
            <a:off x="4109126" y="5855516"/>
            <a:ext cx="2635057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Exploratory Data Analysis: Unveiling Patterns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Introduction: The Challenge of Equipment Failure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The High Cost of Unplanned Downtime</a:t>
            </a:r>
          </a:p>
        </p:txBody>
      </p:sp>
      <p:sp>
        <p:nvSpPr>
          <p:cNvPr id="3" name="Freeform 3"/>
          <p:cNvSpPr/>
          <p:nvPr/>
        </p:nvSpPr>
        <p:spPr>
          <a:xfrm>
            <a:off x="660400" y="1466549"/>
            <a:ext cx="4660868" cy="4843173"/>
          </a:xfrm>
          <a:custGeom>
            <a:avLst/>
            <a:gdLst/>
            <a:ahLst/>
            <a:cxnLst/>
            <a:rect l="l" t="t" r="r" b="b"/>
            <a:pathLst>
              <a:path w="3090098" h="2061095">
                <a:moveTo>
                  <a:pt x="0" y="0"/>
                </a:moveTo>
                <a:lnTo>
                  <a:pt x="3090098" y="0"/>
                </a:lnTo>
                <a:lnTo>
                  <a:pt x="3090098" y="2061095"/>
                </a:lnTo>
                <a:lnTo>
                  <a:pt x="0" y="206109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9A2C">
                  <a:alpha val="80000"/>
                  <a:lumMod val="40000"/>
                  <a:lumOff val="60000"/>
                </a:srgbClr>
              </a:gs>
              <a:gs pos="85000">
                <a:srgbClr val="FF9A2C">
                  <a:alpha val="90000"/>
                  <a:lumMod val="10000"/>
                  <a:lumOff val="90000"/>
                </a:srgbClr>
              </a:gs>
            </a:gsLst>
            <a:lin ang="5400000"/>
          </a:gradFill>
          <a:ln w="12700" cap="flat" cmpd="sng">
            <a:solidFill>
              <a:schemeClr val="accent1">
                <a:alpha val="90000"/>
                <a:lumOff val="0"/>
                <a:satOff val="0"/>
                <a:tint val="40000"/>
              </a:schemeClr>
            </a:solidFill>
            <a:prstDash val="solid"/>
          </a:ln>
        </p:spPr>
        <p:txBody>
          <a:bodyPr vert="horz" wrap="square" lIns="494416" tIns="433832" rIns="433832" bIns="433832" anchor="ctr">
            <a:spAutoFit/>
          </a:bodyPr>
          <a:lstStyle/>
          <a:p>
            <a:pPr marL="0" algn="just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79231" y="1985921"/>
            <a:ext cx="4006949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Financial Impact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1481686" y="2427254"/>
            <a:ext cx="2483052" cy="0"/>
          </a:xfrm>
          <a:prstGeom prst="line">
            <a:avLst/>
          </a:prstGeom>
          <a:ln w="12700" cap="flat" cmpd="sng">
            <a:solidFill>
              <a:schemeClr val="accent5"/>
            </a:solidFill>
            <a:prstDash val="solid"/>
          </a:ln>
        </p:spPr>
      </p:cxnSp>
      <p:sp>
        <p:nvSpPr>
          <p:cNvPr id="6" name="Freeform 6"/>
          <p:cNvSpPr/>
          <p:nvPr/>
        </p:nvSpPr>
        <p:spPr>
          <a:xfrm>
            <a:off x="6185707" y="1403329"/>
            <a:ext cx="4944205" cy="4906393"/>
          </a:xfrm>
          <a:custGeom>
            <a:avLst/>
            <a:gdLst/>
            <a:ahLst/>
            <a:cxnLst/>
            <a:rect l="l" t="t" r="r" b="b"/>
            <a:pathLst>
              <a:path w="3090098" h="2061095">
                <a:moveTo>
                  <a:pt x="0" y="0"/>
                </a:moveTo>
                <a:lnTo>
                  <a:pt x="3090098" y="0"/>
                </a:lnTo>
                <a:lnTo>
                  <a:pt x="3090098" y="2061095"/>
                </a:lnTo>
                <a:lnTo>
                  <a:pt x="0" y="206109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9A2C">
                  <a:alpha val="80000"/>
                  <a:lumMod val="40000"/>
                  <a:lumOff val="60000"/>
                </a:srgbClr>
              </a:gs>
              <a:gs pos="85000">
                <a:srgbClr val="FF9A2C">
                  <a:alpha val="90000"/>
                  <a:lumMod val="10000"/>
                  <a:lumOff val="90000"/>
                </a:srgbClr>
              </a:gs>
            </a:gsLst>
            <a:lin ang="5400000"/>
          </a:gradFill>
          <a:ln w="12700" cap="flat" cmpd="sng">
            <a:solidFill>
              <a:schemeClr val="accent1">
                <a:alpha val="90000"/>
                <a:lumOff val="0"/>
                <a:satOff val="0"/>
                <a:tint val="40000"/>
              </a:schemeClr>
            </a:solidFill>
            <a:prstDash val="solid"/>
          </a:ln>
        </p:spPr>
        <p:txBody>
          <a:bodyPr vert="horz" wrap="square" lIns="494416" tIns="433832" rIns="433832" bIns="433832" anchor="ctr">
            <a:spAutoFit/>
          </a:bodyPr>
          <a:lstStyle/>
          <a:p>
            <a:pPr marL="0" algn="just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6702033" y="1929481"/>
            <a:ext cx="400695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Operational Disruption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702033" y="2664953"/>
            <a:ext cx="4006949" cy="22240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just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Reactive maintenance disrupts schedules; emergency repairs are often inefficient and lead to further complications.</a:t>
            </a:r>
            <a:endParaRPr lang="en-US" sz="1100"/>
          </a:p>
          <a:p>
            <a:pPr marL="0" algn="just">
              <a:lnSpc>
                <a:spcPct val="150000"/>
              </a:lnSpc>
            </a:pP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>
            <a:off x="6961979" y="2376574"/>
            <a:ext cx="2633998" cy="0"/>
          </a:xfrm>
          <a:prstGeom prst="line">
            <a:avLst/>
          </a:prstGeom>
          <a:ln w="12700" cap="flat" cmpd="sng">
            <a:solidFill>
              <a:schemeClr val="accent5"/>
            </a:solidFill>
            <a:prstDash val="solid"/>
          </a:ln>
        </p:spPr>
      </p:cxnSp>
      <p:cxnSp>
        <p:nvCxnSpPr>
          <p:cNvPr id="10" name="Connector 10"/>
          <p:cNvCxnSpPr/>
          <p:nvPr/>
        </p:nvCxnSpPr>
        <p:spPr>
          <a:xfrm>
            <a:off x="5730240" y="2533934"/>
            <a:ext cx="0" cy="2335457"/>
          </a:xfrm>
          <a:prstGeom prst="line">
            <a:avLst/>
          </a:prstGeom>
          <a:ln w="19050" cap="flat" cmpd="sng">
            <a:gradFill>
              <a:gsLst>
                <a:gs pos="0">
                  <a:srgbClr val="FF9A2C"/>
                </a:gs>
                <a:gs pos="100000">
                  <a:srgbClr val="FF9A2C">
                    <a:lumMod val="5000"/>
                    <a:lumOff val="95000"/>
                  </a:srgbClr>
                </a:gs>
              </a:gsLst>
              <a:lin ang="5400000"/>
            </a:gradFill>
            <a:prstDash val="solid"/>
          </a:ln>
        </p:spPr>
      </p:cxnSp>
      <p:cxnSp>
        <p:nvCxnSpPr>
          <p:cNvPr id="11" name="Connector 11"/>
          <p:cNvCxnSpPr/>
          <p:nvPr/>
        </p:nvCxnSpPr>
        <p:spPr>
          <a:xfrm>
            <a:off x="11685563" y="3007149"/>
            <a:ext cx="0" cy="2260238"/>
          </a:xfrm>
          <a:prstGeom prst="line">
            <a:avLst/>
          </a:prstGeom>
          <a:ln w="12700" cap="flat" cmpd="sng">
            <a:gradFill>
              <a:gsLst>
                <a:gs pos="0">
                  <a:srgbClr val="FF9A2C"/>
                </a:gs>
                <a:gs pos="100000">
                  <a:srgbClr val="FF9A2C">
                    <a:alpha val="0"/>
                    <a:lumMod val="0"/>
                    <a:lumOff val="100000"/>
                  </a:srgbClr>
                </a:gs>
              </a:gsLst>
              <a:lin ang="5400000"/>
            </a:gradFill>
            <a:prstDash val="solid"/>
          </a:ln>
        </p:spPr>
      </p:cxnSp>
      <p:cxnSp>
        <p:nvCxnSpPr>
          <p:cNvPr id="12" name="Connector 12"/>
          <p:cNvCxnSpPr/>
          <p:nvPr/>
        </p:nvCxnSpPr>
        <p:spPr>
          <a:xfrm>
            <a:off x="6185707" y="1090658"/>
            <a:ext cx="0" cy="2571831"/>
          </a:xfrm>
          <a:prstGeom prst="line">
            <a:avLst/>
          </a:prstGeom>
          <a:ln w="12700" cap="flat" cmpd="sng">
            <a:gradFill>
              <a:gsLst>
                <a:gs pos="0">
                  <a:srgbClr val="FF9A2C"/>
                </a:gs>
                <a:gs pos="100000">
                  <a:srgbClr val="FF9A2C">
                    <a:alpha val="0"/>
                    <a:lumMod val="5000"/>
                    <a:lumOff val="95000"/>
                  </a:srgbClr>
                </a:gs>
              </a:gsLst>
              <a:lin ang="5400000"/>
            </a:gradFill>
            <a:prstDash val="solid"/>
          </a:ln>
        </p:spPr>
      </p:cxnSp>
      <p:cxnSp>
        <p:nvCxnSpPr>
          <p:cNvPr id="13" name="Connector 13"/>
          <p:cNvCxnSpPr/>
          <p:nvPr/>
        </p:nvCxnSpPr>
        <p:spPr>
          <a:xfrm>
            <a:off x="11311262" y="3800241"/>
            <a:ext cx="0" cy="2335457"/>
          </a:xfrm>
          <a:prstGeom prst="line">
            <a:avLst/>
          </a:prstGeom>
          <a:ln w="19050" cap="flat" cmpd="sng">
            <a:gradFill>
              <a:gsLst>
                <a:gs pos="0">
                  <a:srgbClr val="FF9A2C"/>
                </a:gs>
                <a:gs pos="100000">
                  <a:srgbClr val="FF9A2C">
                    <a:alpha val="0"/>
                    <a:lumMod val="0"/>
                    <a:lumOff val="100000"/>
                  </a:srgbClr>
                </a:gs>
              </a:gsLst>
              <a:lin ang="5400000"/>
            </a:gradFill>
            <a:prstDash val="solid"/>
          </a:ln>
        </p:spPr>
      </p:cxnSp>
      <p:cxnSp>
        <p:nvCxnSpPr>
          <p:cNvPr id="14" name="Connector 14"/>
          <p:cNvCxnSpPr/>
          <p:nvPr/>
        </p:nvCxnSpPr>
        <p:spPr>
          <a:xfrm>
            <a:off x="5321268" y="4964772"/>
            <a:ext cx="0" cy="1353524"/>
          </a:xfrm>
          <a:prstGeom prst="line">
            <a:avLst/>
          </a:prstGeom>
          <a:ln w="12700" cap="flat" cmpd="sng">
            <a:gradFill>
              <a:gsLst>
                <a:gs pos="0">
                  <a:srgbClr val="FF9A2C"/>
                </a:gs>
                <a:gs pos="100000">
                  <a:srgbClr val="FF9A2C">
                    <a:alpha val="0"/>
                    <a:lumMod val="0"/>
                    <a:lumOff val="100000"/>
                  </a:srgbClr>
                </a:gs>
              </a:gsLst>
              <a:lin ang="5400000"/>
            </a:gradFill>
            <a:prstDash val="solid"/>
          </a:ln>
        </p:spPr>
      </p:cxnSp>
      <p:sp>
        <p:nvSpPr>
          <p:cNvPr id="15" name="TextBox 15"/>
          <p:cNvSpPr txBox="1"/>
          <p:nvPr/>
        </p:nvSpPr>
        <p:spPr>
          <a:xfrm>
            <a:off x="879231" y="2740702"/>
            <a:ext cx="4006949" cy="22240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just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Unplanned failures cause significant financial losses; downtime halts production, delays shipments, and damages reputation.</a:t>
            </a:r>
            <a:endParaRPr lang="en-US" sz="1100"/>
          </a:p>
          <a:p>
            <a:pPr marL="0" algn="just">
              <a:lnSpc>
                <a:spcPct val="150000"/>
              </a:lnSpc>
            </a:pP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Limitations of Traditional Maintenance</a:t>
            </a:r>
          </a:p>
        </p:txBody>
      </p:sp>
      <p:sp>
        <p:nvSpPr>
          <p:cNvPr id="3" name="Freeform 3"/>
          <p:cNvSpPr/>
          <p:nvPr/>
        </p:nvSpPr>
        <p:spPr>
          <a:xfrm>
            <a:off x="4158593" y="1491594"/>
            <a:ext cx="3874812" cy="3874812"/>
          </a:xfrm>
          <a:custGeom>
            <a:avLst/>
            <a:gdLst/>
            <a:ahLst/>
            <a:cxnLst/>
            <a:rect l="l" t="t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8"/>
                  <a:pt x="6724" y="20638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0" tIns="0" rIns="0" bIns="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399752" y="1732753"/>
            <a:ext cx="3392493" cy="3392493"/>
          </a:xfrm>
          <a:prstGeom prst="ellipse">
            <a:avLst/>
          </a:prstGeom>
          <a:blipFill>
            <a:blip r:embed="rId2"/>
            <a:srcRect/>
            <a:stretch>
              <a:fillRect t="-25000" b="-25000"/>
            </a:stretch>
          </a:blip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12744" y="2610335"/>
            <a:ext cx="3488294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Reactive Maintenance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12744" y="3128496"/>
            <a:ext cx="3488294" cy="661466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Reactive maintenance or "run-to-failure" is costly and unpredictable; it relies on breakdowns to trigger action.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14393" y="2610335"/>
            <a:ext cx="3608329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Preventive Maintenance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14393" y="3128496"/>
            <a:ext cx="3608329" cy="661466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Scheduled maintenance is inefficient; over-maintenance leads to unnecessary costs and potential disruptions.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Predictive Maintenance: An AI-Driven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Shifting Towards Data-Driven Approaches</a:t>
            </a:r>
          </a:p>
        </p:txBody>
      </p:sp>
      <p:sp>
        <p:nvSpPr>
          <p:cNvPr id="3" name="AutoShape 3"/>
          <p:cNvSpPr/>
          <p:nvPr/>
        </p:nvSpPr>
        <p:spPr>
          <a:xfrm>
            <a:off x="8776388" y="2793017"/>
            <a:ext cx="3098114" cy="38081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as the Foundation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8776388" y="3393972"/>
            <a:ext cx="3098112" cy="8153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AI/ML models use sensor data; analyzing operational behavior forecasts equipment health.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9050527" y="2684563"/>
            <a:ext cx="2344400" cy="0"/>
          </a:xfrm>
          <a:prstGeom prst="straightConnector1">
            <a:avLst/>
          </a:prstGeom>
          <a:ln w="25400" cap="flat" cmpd="sng">
            <a:solidFill>
              <a:schemeClr val="accent2"/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9050527" y="1422252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chemeClr val="accent2">
                    <a:alpha val="20000"/>
                  </a:scheme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4230" y="2793017"/>
            <a:ext cx="3121058" cy="45466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From Time-Based to Predictive</a:t>
            </a:r>
          </a:p>
        </p:txBody>
      </p:sp>
      <p:sp>
        <p:nvSpPr>
          <p:cNvPr id="8" name="AutoShape 8"/>
          <p:cNvSpPr/>
          <p:nvPr/>
        </p:nvSpPr>
        <p:spPr>
          <a:xfrm>
            <a:off x="384230" y="3393972"/>
            <a:ext cx="3121058" cy="117729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Moving away from time-based schedules avoids over-maintenance; adopting methods anticipates breakdowns.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660399" y="2684563"/>
            <a:ext cx="2344400" cy="0"/>
          </a:xfrm>
          <a:prstGeom prst="straightConnector1">
            <a:avLst/>
          </a:prstGeom>
          <a:ln w="25400" cap="flat" cmpd="sng">
            <a:solidFill>
              <a:schemeClr val="accent1"/>
            </a:solidFill>
            <a:prstDash val="solid"/>
          </a:ln>
        </p:spPr>
      </p:cxnSp>
      <p:sp>
        <p:nvSpPr>
          <p:cNvPr id="10" name="TextBox 10"/>
          <p:cNvSpPr txBox="1"/>
          <p:nvPr/>
        </p:nvSpPr>
        <p:spPr>
          <a:xfrm>
            <a:off x="660399" y="1422252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chemeClr val="accent1">
                    <a:alpha val="20000"/>
                  </a:schemeClr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grpSp>
        <p:nvGrpSpPr>
          <p:cNvPr id="11" name="Group 11"/>
          <p:cNvGrpSpPr/>
          <p:nvPr/>
        </p:nvGrpSpPr>
        <p:grpSpPr>
          <a:xfrm>
            <a:off x="3605803" y="1422252"/>
            <a:ext cx="4967693" cy="2590456"/>
            <a:chOff x="4233874" y="2934424"/>
            <a:chExt cx="3886210" cy="2026506"/>
          </a:xfrm>
        </p:grpSpPr>
        <p:sp>
          <p:nvSpPr>
            <p:cNvPr id="12" name="Freeform 12"/>
            <p:cNvSpPr/>
            <p:nvPr/>
          </p:nvSpPr>
          <p:spPr>
            <a:xfrm>
              <a:off x="5341674" y="3351310"/>
              <a:ext cx="2695672" cy="1588182"/>
            </a:xfrm>
            <a:custGeom>
              <a:avLst/>
              <a:gdLst/>
              <a:ahLst/>
              <a:cxnLst/>
              <a:rect l="l" t="t" r="r" b="b"/>
              <a:pathLst>
                <a:path w="4272351" h="2517097">
                  <a:moveTo>
                    <a:pt x="4272352" y="2517098"/>
                  </a:moveTo>
                  <a:lnTo>
                    <a:pt x="0" y="2517098"/>
                  </a:lnTo>
                  <a:lnTo>
                    <a:pt x="0" y="2136176"/>
                  </a:lnTo>
                  <a:cubicBezTo>
                    <a:pt x="0" y="956369"/>
                    <a:pt x="956436" y="0"/>
                    <a:pt x="2136176" y="0"/>
                  </a:cubicBezTo>
                  <a:lnTo>
                    <a:pt x="2136176" y="0"/>
                  </a:lnTo>
                  <a:cubicBezTo>
                    <a:pt x="3315982" y="0"/>
                    <a:pt x="4272352" y="956436"/>
                    <a:pt x="4272352" y="2136176"/>
                  </a:cubicBezTo>
                  <a:lnTo>
                    <a:pt x="4272352" y="2517098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623812" y="3978152"/>
              <a:ext cx="70106" cy="71288"/>
            </a:xfrm>
            <a:custGeom>
              <a:avLst/>
              <a:gdLst/>
              <a:ahLst/>
              <a:cxnLst/>
              <a:rect l="l" t="t" r="r" b="b"/>
              <a:pathLst>
                <a:path w="111110" h="112984">
                  <a:moveTo>
                    <a:pt x="107055" y="11392"/>
                  </a:moveTo>
                  <a:cubicBezTo>
                    <a:pt x="107055" y="11392"/>
                    <a:pt x="134369" y="88602"/>
                    <a:pt x="47232" y="112984"/>
                  </a:cubicBezTo>
                  <a:lnTo>
                    <a:pt x="0" y="0"/>
                  </a:lnTo>
                  <a:lnTo>
                    <a:pt x="107055" y="11392"/>
                  </a:lnTo>
                  <a:close/>
                </a:path>
              </a:pathLst>
            </a:custGeom>
            <a:solidFill>
              <a:srgbClr val="D1383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57886" y="3985340"/>
              <a:ext cx="92473" cy="71540"/>
            </a:xfrm>
            <a:custGeom>
              <a:avLst/>
              <a:gdLst/>
              <a:ahLst/>
              <a:cxnLst/>
              <a:rect l="l" t="t" r="r" b="b"/>
              <a:pathLst>
                <a:path w="146560" h="113383">
                  <a:moveTo>
                    <a:pt x="467" y="0"/>
                  </a:moveTo>
                  <a:cubicBezTo>
                    <a:pt x="467" y="0"/>
                    <a:pt x="-14455" y="89801"/>
                    <a:pt x="124377" y="113384"/>
                  </a:cubicBezTo>
                  <a:lnTo>
                    <a:pt x="146561" y="13723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D1383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54789" y="3114790"/>
              <a:ext cx="299571" cy="478968"/>
            </a:xfrm>
            <a:custGeom>
              <a:avLst/>
              <a:gdLst/>
              <a:ahLst/>
              <a:cxnLst/>
              <a:rect l="l" t="t" r="r" b="b"/>
              <a:pathLst>
                <a:path w="474787" h="759113">
                  <a:moveTo>
                    <a:pt x="431819" y="759113"/>
                  </a:moveTo>
                  <a:lnTo>
                    <a:pt x="42969" y="759113"/>
                  </a:lnTo>
                  <a:cubicBezTo>
                    <a:pt x="19253" y="759113"/>
                    <a:pt x="0" y="739860"/>
                    <a:pt x="0" y="716144"/>
                  </a:cubicBezTo>
                  <a:lnTo>
                    <a:pt x="0" y="42969"/>
                  </a:lnTo>
                  <a:cubicBezTo>
                    <a:pt x="0" y="19253"/>
                    <a:pt x="19253" y="0"/>
                    <a:pt x="42969" y="0"/>
                  </a:cubicBezTo>
                  <a:lnTo>
                    <a:pt x="431819" y="0"/>
                  </a:lnTo>
                  <a:cubicBezTo>
                    <a:pt x="455535" y="0"/>
                    <a:pt x="474787" y="19253"/>
                    <a:pt x="474787" y="42969"/>
                  </a:cubicBezTo>
                  <a:lnTo>
                    <a:pt x="474787" y="716144"/>
                  </a:lnTo>
                  <a:cubicBezTo>
                    <a:pt x="474787" y="739860"/>
                    <a:pt x="455535" y="759113"/>
                    <a:pt x="431819" y="75911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54746" y="3114748"/>
              <a:ext cx="281749" cy="116389"/>
            </a:xfrm>
            <a:custGeom>
              <a:avLst/>
              <a:gdLst/>
              <a:ahLst/>
              <a:cxnLst/>
              <a:rect l="l" t="t" r="r" b="b"/>
              <a:pathLst>
                <a:path w="446541" h="184465">
                  <a:moveTo>
                    <a:pt x="42969" y="67"/>
                  </a:moveTo>
                  <a:cubicBezTo>
                    <a:pt x="19253" y="67"/>
                    <a:pt x="0" y="19319"/>
                    <a:pt x="0" y="43035"/>
                  </a:cubicBezTo>
                  <a:lnTo>
                    <a:pt x="0" y="184466"/>
                  </a:lnTo>
                  <a:lnTo>
                    <a:pt x="381988" y="184466"/>
                  </a:lnTo>
                  <a:cubicBezTo>
                    <a:pt x="417629" y="184466"/>
                    <a:pt x="446541" y="155553"/>
                    <a:pt x="446541" y="119913"/>
                  </a:cubicBezTo>
                  <a:lnTo>
                    <a:pt x="446541" y="8127"/>
                  </a:lnTo>
                  <a:cubicBezTo>
                    <a:pt x="446541" y="6196"/>
                    <a:pt x="446341" y="4330"/>
                    <a:pt x="446075" y="2465"/>
                  </a:cubicBezTo>
                  <a:cubicBezTo>
                    <a:pt x="441611" y="933"/>
                    <a:pt x="436881" y="0"/>
                    <a:pt x="431885" y="0"/>
                  </a:cubicBezTo>
                  <a:lnTo>
                    <a:pt x="42969" y="0"/>
                  </a:lnTo>
                  <a:close/>
                </a:path>
              </a:pathLst>
            </a:custGeom>
            <a:solidFill>
              <a:srgbClr val="3C914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762449" y="4112440"/>
              <a:ext cx="108544" cy="426946"/>
            </a:xfrm>
            <a:custGeom>
              <a:avLst/>
              <a:gdLst/>
              <a:ahLst/>
              <a:cxnLst/>
              <a:rect l="l" t="t" r="r" b="b"/>
              <a:pathLst>
                <a:path w="172031" h="676664">
                  <a:moveTo>
                    <a:pt x="159296" y="669191"/>
                  </a:moveTo>
                  <a:lnTo>
                    <a:pt x="107467" y="676519"/>
                  </a:lnTo>
                  <a:cubicBezTo>
                    <a:pt x="99407" y="677651"/>
                    <a:pt x="91879" y="672056"/>
                    <a:pt x="90746" y="663928"/>
                  </a:cubicBezTo>
                  <a:lnTo>
                    <a:pt x="146" y="24195"/>
                  </a:lnTo>
                  <a:cubicBezTo>
                    <a:pt x="-987" y="16134"/>
                    <a:pt x="4609" y="8606"/>
                    <a:pt x="12736" y="7473"/>
                  </a:cubicBezTo>
                  <a:lnTo>
                    <a:pt x="64565" y="146"/>
                  </a:lnTo>
                  <a:cubicBezTo>
                    <a:pt x="72626" y="-987"/>
                    <a:pt x="80154" y="4609"/>
                    <a:pt x="81286" y="12736"/>
                  </a:cubicBezTo>
                  <a:lnTo>
                    <a:pt x="171887" y="652470"/>
                  </a:lnTo>
                  <a:cubicBezTo>
                    <a:pt x="173020" y="660597"/>
                    <a:pt x="167357" y="668058"/>
                    <a:pt x="159296" y="669191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849236" y="4172830"/>
              <a:ext cx="156277" cy="361667"/>
            </a:xfrm>
            <a:custGeom>
              <a:avLst/>
              <a:gdLst/>
              <a:ahLst/>
              <a:cxnLst/>
              <a:rect l="l" t="t" r="r" b="b"/>
              <a:pathLst>
                <a:path w="247683" h="573204">
                  <a:moveTo>
                    <a:pt x="60188" y="572481"/>
                  </a:moveTo>
                  <a:lnTo>
                    <a:pt x="10291" y="556560"/>
                  </a:lnTo>
                  <a:cubicBezTo>
                    <a:pt x="2497" y="554095"/>
                    <a:pt x="-1767" y="545768"/>
                    <a:pt x="698" y="537973"/>
                  </a:cubicBezTo>
                  <a:lnTo>
                    <a:pt x="168909" y="10291"/>
                  </a:lnTo>
                  <a:cubicBezTo>
                    <a:pt x="171374" y="2497"/>
                    <a:pt x="179701" y="-1767"/>
                    <a:pt x="187495" y="698"/>
                  </a:cubicBezTo>
                  <a:lnTo>
                    <a:pt x="237392" y="16620"/>
                  </a:lnTo>
                  <a:cubicBezTo>
                    <a:pt x="245187" y="19085"/>
                    <a:pt x="249450" y="27412"/>
                    <a:pt x="246985" y="35206"/>
                  </a:cubicBezTo>
                  <a:lnTo>
                    <a:pt x="78775" y="562888"/>
                  </a:lnTo>
                  <a:cubicBezTo>
                    <a:pt x="76310" y="570683"/>
                    <a:pt x="67983" y="575013"/>
                    <a:pt x="60188" y="572481"/>
                  </a:cubicBezTo>
                  <a:close/>
                </a:path>
              </a:pathLst>
            </a:custGeom>
            <a:solidFill>
              <a:schemeClr val="accent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723306" y="3056532"/>
              <a:ext cx="1238423" cy="1126616"/>
            </a:xfrm>
            <a:custGeom>
              <a:avLst/>
              <a:gdLst/>
              <a:ahLst/>
              <a:cxnLst/>
              <a:rect l="l" t="t" r="r" b="b"/>
              <a:pathLst>
                <a:path w="1962768" h="1785564">
                  <a:moveTo>
                    <a:pt x="1916469" y="1785565"/>
                  </a:moveTo>
                  <a:lnTo>
                    <a:pt x="46300" y="1785565"/>
                  </a:lnTo>
                  <a:cubicBezTo>
                    <a:pt x="20718" y="1785565"/>
                    <a:pt x="0" y="1764846"/>
                    <a:pt x="0" y="1739265"/>
                  </a:cubicBezTo>
                  <a:lnTo>
                    <a:pt x="0" y="46300"/>
                  </a:lnTo>
                  <a:cubicBezTo>
                    <a:pt x="0" y="20718"/>
                    <a:pt x="20718" y="0"/>
                    <a:pt x="46300" y="0"/>
                  </a:cubicBezTo>
                  <a:lnTo>
                    <a:pt x="1916469" y="0"/>
                  </a:lnTo>
                  <a:cubicBezTo>
                    <a:pt x="1942051" y="0"/>
                    <a:pt x="1962769" y="20718"/>
                    <a:pt x="1962769" y="46300"/>
                  </a:cubicBezTo>
                  <a:lnTo>
                    <a:pt x="1962769" y="1739265"/>
                  </a:lnTo>
                  <a:cubicBezTo>
                    <a:pt x="1962769" y="1764846"/>
                    <a:pt x="1942051" y="1785565"/>
                    <a:pt x="1916469" y="178556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4330986" y="4756229"/>
              <a:ext cx="926789" cy="149553"/>
            </a:xfrm>
            <a:custGeom>
              <a:avLst/>
              <a:gdLst/>
              <a:ahLst/>
              <a:cxnLst/>
              <a:rect l="l" t="t" r="r" b="b"/>
              <a:pathLst>
                <a:path w="1468862" h="237026">
                  <a:moveTo>
                    <a:pt x="1468862" y="237027"/>
                  </a:moveTo>
                  <a:lnTo>
                    <a:pt x="118514" y="237027"/>
                  </a:lnTo>
                  <a:cubicBezTo>
                    <a:pt x="53028" y="237027"/>
                    <a:pt x="0" y="183932"/>
                    <a:pt x="0" y="118513"/>
                  </a:cubicBezTo>
                  <a:lnTo>
                    <a:pt x="0" y="118513"/>
                  </a:lnTo>
                  <a:cubicBezTo>
                    <a:pt x="0" y="53028"/>
                    <a:pt x="53095" y="0"/>
                    <a:pt x="118514" y="0"/>
                  </a:cubicBezTo>
                  <a:lnTo>
                    <a:pt x="1468862" y="0"/>
                  </a:lnTo>
                  <a:lnTo>
                    <a:pt x="1468862" y="237027"/>
                  </a:lnTo>
                  <a:close/>
                </a:path>
              </a:pathLst>
            </a:custGeom>
            <a:solidFill>
              <a:srgbClr val="30355C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657458" y="4765098"/>
              <a:ext cx="593761" cy="131816"/>
            </a:xfrm>
            <a:custGeom>
              <a:avLst/>
              <a:gdLst/>
              <a:ahLst/>
              <a:cxnLst/>
              <a:rect l="l" t="t" r="r" b="b"/>
              <a:pathLst>
                <a:path w="941047" h="208914">
                  <a:moveTo>
                    <a:pt x="941047" y="208914"/>
                  </a:moveTo>
                  <a:lnTo>
                    <a:pt x="104457" y="208914"/>
                  </a:lnTo>
                  <a:cubicBezTo>
                    <a:pt x="46766" y="208914"/>
                    <a:pt x="0" y="162148"/>
                    <a:pt x="0" y="104457"/>
                  </a:cubicBezTo>
                  <a:lnTo>
                    <a:pt x="0" y="104457"/>
                  </a:lnTo>
                  <a:cubicBezTo>
                    <a:pt x="0" y="46766"/>
                    <a:pt x="46766" y="0"/>
                    <a:pt x="104457" y="0"/>
                  </a:cubicBezTo>
                  <a:lnTo>
                    <a:pt x="941047" y="0"/>
                  </a:lnTo>
                  <a:lnTo>
                    <a:pt x="941047" y="208914"/>
                  </a:ln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553342" y="4606674"/>
              <a:ext cx="800689" cy="149555"/>
            </a:xfrm>
            <a:custGeom>
              <a:avLst/>
              <a:gdLst/>
              <a:ahLst/>
              <a:cxnLst/>
              <a:rect l="l" t="t" r="r" b="b"/>
              <a:pathLst>
                <a:path w="1269007" h="237027">
                  <a:moveTo>
                    <a:pt x="1269008" y="237027"/>
                  </a:moveTo>
                  <a:lnTo>
                    <a:pt x="118514" y="237027"/>
                  </a:lnTo>
                  <a:cubicBezTo>
                    <a:pt x="53028" y="237027"/>
                    <a:pt x="0" y="183932"/>
                    <a:pt x="0" y="118513"/>
                  </a:cubicBezTo>
                  <a:lnTo>
                    <a:pt x="0" y="118513"/>
                  </a:lnTo>
                  <a:cubicBezTo>
                    <a:pt x="0" y="53028"/>
                    <a:pt x="53095" y="0"/>
                    <a:pt x="118514" y="0"/>
                  </a:cubicBezTo>
                  <a:lnTo>
                    <a:pt x="1269008" y="0"/>
                  </a:lnTo>
                  <a:lnTo>
                    <a:pt x="1269008" y="237027"/>
                  </a:ln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879813" y="4615543"/>
              <a:ext cx="467660" cy="131816"/>
            </a:xfrm>
            <a:custGeom>
              <a:avLst/>
              <a:gdLst/>
              <a:ahLst/>
              <a:cxnLst/>
              <a:rect l="l" t="t" r="r" b="b"/>
              <a:pathLst>
                <a:path w="741192" h="208914">
                  <a:moveTo>
                    <a:pt x="741193" y="208914"/>
                  </a:moveTo>
                  <a:lnTo>
                    <a:pt x="104457" y="208914"/>
                  </a:lnTo>
                  <a:cubicBezTo>
                    <a:pt x="46766" y="208914"/>
                    <a:pt x="0" y="162149"/>
                    <a:pt x="0" y="104457"/>
                  </a:cubicBezTo>
                  <a:lnTo>
                    <a:pt x="0" y="104457"/>
                  </a:lnTo>
                  <a:cubicBezTo>
                    <a:pt x="0" y="46766"/>
                    <a:pt x="46766" y="0"/>
                    <a:pt x="104457" y="0"/>
                  </a:cubicBezTo>
                  <a:lnTo>
                    <a:pt x="741193" y="0"/>
                  </a:lnTo>
                  <a:lnTo>
                    <a:pt x="741193" y="208914"/>
                  </a:ln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5984818" y="3294398"/>
              <a:ext cx="469342" cy="483006"/>
            </a:xfrm>
            <a:custGeom>
              <a:avLst/>
              <a:gdLst/>
              <a:ahLst/>
              <a:cxnLst/>
              <a:rect l="l" t="t" r="r" b="b"/>
              <a:pathLst>
                <a:path w="743857" h="765511">
                  <a:moveTo>
                    <a:pt x="343291" y="0"/>
                  </a:moveTo>
                  <a:cubicBezTo>
                    <a:pt x="343291" y="0"/>
                    <a:pt x="26189" y="128040"/>
                    <a:pt x="147367" y="368798"/>
                  </a:cubicBezTo>
                  <a:cubicBezTo>
                    <a:pt x="147367" y="368798"/>
                    <a:pt x="-103183" y="491575"/>
                    <a:pt x="49106" y="676640"/>
                  </a:cubicBezTo>
                  <a:cubicBezTo>
                    <a:pt x="201394" y="861638"/>
                    <a:pt x="581784" y="721207"/>
                    <a:pt x="682777" y="586572"/>
                  </a:cubicBezTo>
                  <a:cubicBezTo>
                    <a:pt x="751527" y="494906"/>
                    <a:pt x="810484" y="226368"/>
                    <a:pt x="576321" y="154288"/>
                  </a:cubicBezTo>
                  <a:cubicBezTo>
                    <a:pt x="342225" y="82207"/>
                    <a:pt x="343291" y="0"/>
                    <a:pt x="343291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233874" y="4906077"/>
              <a:ext cx="3886210" cy="54853"/>
            </a:xfrm>
            <a:custGeom>
              <a:avLst/>
              <a:gdLst/>
              <a:ahLst/>
              <a:cxnLst/>
              <a:rect l="l" t="t" r="r" b="b"/>
              <a:pathLst>
                <a:path w="7120408" h="105922">
                  <a:moveTo>
                    <a:pt x="0" y="0"/>
                  </a:moveTo>
                  <a:lnTo>
                    <a:pt x="7120408" y="0"/>
                  </a:lnTo>
                  <a:lnTo>
                    <a:pt x="7120408" y="105923"/>
                  </a:lnTo>
                  <a:lnTo>
                    <a:pt x="0" y="105923"/>
                  </a:lnTo>
                  <a:close/>
                </a:path>
              </a:pathLst>
            </a:custGeom>
            <a:solidFill>
              <a:srgbClr val="30355C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227834" y="4299538"/>
              <a:ext cx="1204182" cy="577351"/>
            </a:xfrm>
            <a:custGeom>
              <a:avLst/>
              <a:gdLst/>
              <a:ahLst/>
              <a:cxnLst/>
              <a:rect l="l" t="t" r="r" b="b"/>
              <a:pathLst>
                <a:path w="1908499" h="915038">
                  <a:moveTo>
                    <a:pt x="1113213" y="0"/>
                  </a:moveTo>
                  <a:cubicBezTo>
                    <a:pt x="1113213" y="0"/>
                    <a:pt x="321457" y="130038"/>
                    <a:pt x="75369" y="390182"/>
                  </a:cubicBezTo>
                  <a:cubicBezTo>
                    <a:pt x="-95839" y="572516"/>
                    <a:pt x="-149333" y="1017858"/>
                    <a:pt x="1908500" y="893415"/>
                  </a:cubicBezTo>
                  <a:cubicBezTo>
                    <a:pt x="1901371" y="537208"/>
                    <a:pt x="1901371" y="537208"/>
                    <a:pt x="1901371" y="537208"/>
                  </a:cubicBezTo>
                  <a:cubicBezTo>
                    <a:pt x="1229128" y="282727"/>
                    <a:pt x="1229128" y="282727"/>
                    <a:pt x="1229128" y="282727"/>
                  </a:cubicBezTo>
                  <a:cubicBezTo>
                    <a:pt x="1113213" y="0"/>
                    <a:pt x="1113213" y="0"/>
                    <a:pt x="1113213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084977" y="4709193"/>
              <a:ext cx="432101" cy="196589"/>
            </a:xfrm>
            <a:custGeom>
              <a:avLst/>
              <a:gdLst/>
              <a:ahLst/>
              <a:cxnLst/>
              <a:rect l="l" t="t" r="r" b="b"/>
              <a:pathLst>
                <a:path w="684834" h="311572">
                  <a:moveTo>
                    <a:pt x="684834" y="311573"/>
                  </a:moveTo>
                  <a:cubicBezTo>
                    <a:pt x="156952" y="311573"/>
                    <a:pt x="156952" y="311573"/>
                    <a:pt x="156952" y="311573"/>
                  </a:cubicBezTo>
                  <a:cubicBezTo>
                    <a:pt x="71348" y="311573"/>
                    <a:pt x="0" y="242157"/>
                    <a:pt x="0" y="156685"/>
                  </a:cubicBezTo>
                  <a:cubicBezTo>
                    <a:pt x="0" y="69416"/>
                    <a:pt x="71348" y="0"/>
                    <a:pt x="156952" y="0"/>
                  </a:cubicBezTo>
                  <a:cubicBezTo>
                    <a:pt x="684834" y="0"/>
                    <a:pt x="684834" y="0"/>
                    <a:pt x="684834" y="0"/>
                  </a:cubicBezTo>
                  <a:cubicBezTo>
                    <a:pt x="684834" y="311573"/>
                    <a:pt x="684834" y="311573"/>
                    <a:pt x="684834" y="311573"/>
                  </a:cubicBezTo>
                </a:path>
              </a:pathLst>
            </a:custGeom>
            <a:solidFill>
              <a:srgbClr val="443789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181149" y="4748074"/>
              <a:ext cx="335929" cy="119878"/>
            </a:xfrm>
            <a:custGeom>
              <a:avLst/>
              <a:gdLst/>
              <a:ahLst/>
              <a:cxnLst/>
              <a:rect l="l" t="t" r="r" b="b"/>
              <a:pathLst>
                <a:path w="532411" h="189994">
                  <a:moveTo>
                    <a:pt x="532412" y="189995"/>
                  </a:moveTo>
                  <a:cubicBezTo>
                    <a:pt x="94398" y="189995"/>
                    <a:pt x="94398" y="189995"/>
                    <a:pt x="94398" y="189995"/>
                  </a:cubicBezTo>
                  <a:cubicBezTo>
                    <a:pt x="42769" y="189995"/>
                    <a:pt x="0" y="146959"/>
                    <a:pt x="0" y="94997"/>
                  </a:cubicBezTo>
                  <a:cubicBezTo>
                    <a:pt x="0" y="41237"/>
                    <a:pt x="42769" y="0"/>
                    <a:pt x="94398" y="0"/>
                  </a:cubicBezTo>
                  <a:cubicBezTo>
                    <a:pt x="532412" y="0"/>
                    <a:pt x="532412" y="0"/>
                    <a:pt x="532412" y="0"/>
                  </a:cubicBezTo>
                  <a:cubicBezTo>
                    <a:pt x="532412" y="189995"/>
                    <a:pt x="532412" y="189995"/>
                    <a:pt x="532412" y="189995"/>
                  </a:cubicBezTo>
                </a:path>
              </a:pathLst>
            </a:custGeom>
            <a:solidFill>
              <a:srgbClr val="22211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103388" y="4710245"/>
              <a:ext cx="413732" cy="195538"/>
            </a:xfrm>
            <a:custGeom>
              <a:avLst/>
              <a:gdLst/>
              <a:ahLst/>
              <a:cxnLst/>
              <a:rect l="l" t="t" r="r" b="b"/>
              <a:pathLst>
                <a:path w="655721" h="309907">
                  <a:moveTo>
                    <a:pt x="655655" y="0"/>
                  </a:moveTo>
                  <a:lnTo>
                    <a:pt x="655655" y="0"/>
                  </a:lnTo>
                  <a:cubicBezTo>
                    <a:pt x="493507" y="60556"/>
                    <a:pt x="493507" y="60556"/>
                    <a:pt x="493507" y="60556"/>
                  </a:cubicBezTo>
                  <a:cubicBezTo>
                    <a:pt x="655655" y="60556"/>
                    <a:pt x="655655" y="60556"/>
                    <a:pt x="655655" y="60556"/>
                  </a:cubicBezTo>
                  <a:cubicBezTo>
                    <a:pt x="655655" y="249351"/>
                    <a:pt x="655655" y="249351"/>
                    <a:pt x="655655" y="249351"/>
                  </a:cubicBezTo>
                  <a:cubicBezTo>
                    <a:pt x="217375" y="249351"/>
                    <a:pt x="217375" y="249351"/>
                    <a:pt x="217375" y="249351"/>
                  </a:cubicBezTo>
                  <a:cubicBezTo>
                    <a:pt x="179936" y="249351"/>
                    <a:pt x="146093" y="226235"/>
                    <a:pt x="131837" y="194125"/>
                  </a:cubicBezTo>
                  <a:cubicBezTo>
                    <a:pt x="0" y="242223"/>
                    <a:pt x="0" y="242223"/>
                    <a:pt x="0" y="242223"/>
                  </a:cubicBezTo>
                  <a:cubicBezTo>
                    <a:pt x="28513" y="283193"/>
                    <a:pt x="74812" y="309907"/>
                    <a:pt x="128307" y="309907"/>
                  </a:cubicBezTo>
                  <a:cubicBezTo>
                    <a:pt x="655722" y="309907"/>
                    <a:pt x="655722" y="309907"/>
                    <a:pt x="655722" y="309907"/>
                  </a:cubicBezTo>
                  <a:cubicBezTo>
                    <a:pt x="655655" y="0"/>
                    <a:pt x="655655" y="0"/>
                    <a:pt x="655655" y="0"/>
                  </a:cubicBezTo>
                </a:path>
              </a:pathLst>
            </a:custGeom>
            <a:solidFill>
              <a:srgbClr val="2B225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186529" y="4748074"/>
              <a:ext cx="330549" cy="119878"/>
            </a:xfrm>
            <a:custGeom>
              <a:avLst/>
              <a:gdLst/>
              <a:ahLst/>
              <a:cxnLst/>
              <a:rect l="l" t="t" r="r" b="b"/>
              <a:pathLst>
                <a:path w="523884" h="189994">
                  <a:moveTo>
                    <a:pt x="523885" y="0"/>
                  </a:moveTo>
                  <a:cubicBezTo>
                    <a:pt x="361736" y="0"/>
                    <a:pt x="361736" y="0"/>
                    <a:pt x="361736" y="0"/>
                  </a:cubicBezTo>
                  <a:cubicBezTo>
                    <a:pt x="0" y="134435"/>
                    <a:pt x="0" y="134435"/>
                    <a:pt x="0" y="134435"/>
                  </a:cubicBezTo>
                  <a:cubicBezTo>
                    <a:pt x="14256" y="166678"/>
                    <a:pt x="48098" y="189995"/>
                    <a:pt x="85538" y="189995"/>
                  </a:cubicBezTo>
                  <a:cubicBezTo>
                    <a:pt x="523885" y="189995"/>
                    <a:pt x="523885" y="189995"/>
                    <a:pt x="523885" y="189995"/>
                  </a:cubicBezTo>
                  <a:cubicBezTo>
                    <a:pt x="523885" y="0"/>
                    <a:pt x="523885" y="0"/>
                    <a:pt x="523885" y="0"/>
                  </a:cubicBezTo>
                </a:path>
              </a:pathLst>
            </a:custGeom>
            <a:solidFill>
              <a:srgbClr val="15141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5264334" y="4769679"/>
              <a:ext cx="8659" cy="75618"/>
            </a:xfrm>
            <a:custGeom>
              <a:avLst/>
              <a:gdLst/>
              <a:ahLst/>
              <a:cxnLst/>
              <a:rect l="l" t="t" r="r" b="b"/>
              <a:pathLst>
                <a:path w="13723" h="119845">
                  <a:moveTo>
                    <a:pt x="0" y="0"/>
                  </a:moveTo>
                  <a:lnTo>
                    <a:pt x="13723" y="0"/>
                  </a:lnTo>
                  <a:lnTo>
                    <a:pt x="13723" y="119846"/>
                  </a:lnTo>
                  <a:lnTo>
                    <a:pt x="0" y="119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BDB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320489" y="4769679"/>
              <a:ext cx="8659" cy="75618"/>
            </a:xfrm>
            <a:custGeom>
              <a:avLst/>
              <a:gdLst/>
              <a:ahLst/>
              <a:cxnLst/>
              <a:rect l="l" t="t" r="r" b="b"/>
              <a:pathLst>
                <a:path w="13723" h="119845">
                  <a:moveTo>
                    <a:pt x="0" y="0"/>
                  </a:moveTo>
                  <a:lnTo>
                    <a:pt x="13724" y="0"/>
                  </a:lnTo>
                  <a:lnTo>
                    <a:pt x="13724" y="119846"/>
                  </a:lnTo>
                  <a:lnTo>
                    <a:pt x="0" y="119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BDB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376688" y="4769679"/>
              <a:ext cx="9709" cy="75618"/>
            </a:xfrm>
            <a:custGeom>
              <a:avLst/>
              <a:gdLst/>
              <a:ahLst/>
              <a:cxnLst/>
              <a:rect l="l" t="t" r="r" b="b"/>
              <a:pathLst>
                <a:path w="15388" h="119845">
                  <a:moveTo>
                    <a:pt x="0" y="0"/>
                  </a:moveTo>
                  <a:lnTo>
                    <a:pt x="15389" y="0"/>
                  </a:lnTo>
                  <a:lnTo>
                    <a:pt x="15389" y="119846"/>
                  </a:lnTo>
                  <a:lnTo>
                    <a:pt x="0" y="119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BDB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4" name="Freeform 34"/>
            <p:cNvSpPr/>
            <p:nvPr/>
          </p:nvSpPr>
          <p:spPr>
            <a:xfrm>
              <a:off x="7009887" y="4688639"/>
              <a:ext cx="456900" cy="196589"/>
            </a:xfrm>
            <a:custGeom>
              <a:avLst/>
              <a:gdLst/>
              <a:ahLst/>
              <a:cxnLst/>
              <a:rect l="l" t="t" r="r" b="b"/>
              <a:pathLst>
                <a:path w="724138" h="311572">
                  <a:moveTo>
                    <a:pt x="0" y="0"/>
                  </a:moveTo>
                  <a:cubicBezTo>
                    <a:pt x="567586" y="0"/>
                    <a:pt x="567586" y="0"/>
                    <a:pt x="567586" y="0"/>
                  </a:cubicBezTo>
                  <a:cubicBezTo>
                    <a:pt x="652991" y="0"/>
                    <a:pt x="724139" y="69416"/>
                    <a:pt x="724139" y="156685"/>
                  </a:cubicBezTo>
                  <a:cubicBezTo>
                    <a:pt x="724139" y="242157"/>
                    <a:pt x="652991" y="311573"/>
                    <a:pt x="567586" y="311573"/>
                  </a:cubicBezTo>
                  <a:cubicBezTo>
                    <a:pt x="0" y="311573"/>
                    <a:pt x="0" y="311573"/>
                    <a:pt x="0" y="31157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5" name="Freeform 35"/>
            <p:cNvSpPr/>
            <p:nvPr/>
          </p:nvSpPr>
          <p:spPr>
            <a:xfrm>
              <a:off x="7009887" y="4688639"/>
              <a:ext cx="431008" cy="196589"/>
            </a:xfrm>
            <a:custGeom>
              <a:avLst/>
              <a:gdLst/>
              <a:ahLst/>
              <a:cxnLst/>
              <a:rect l="l" t="t" r="r" b="b"/>
              <a:pathLst>
                <a:path w="683101" h="311572">
                  <a:moveTo>
                    <a:pt x="0" y="0"/>
                  </a:moveTo>
                  <a:cubicBezTo>
                    <a:pt x="526549" y="0"/>
                    <a:pt x="526549" y="0"/>
                    <a:pt x="526549" y="0"/>
                  </a:cubicBezTo>
                  <a:cubicBezTo>
                    <a:pt x="613686" y="0"/>
                    <a:pt x="683102" y="69416"/>
                    <a:pt x="683102" y="156685"/>
                  </a:cubicBezTo>
                  <a:cubicBezTo>
                    <a:pt x="683102" y="242157"/>
                    <a:pt x="613753" y="311573"/>
                    <a:pt x="526549" y="311573"/>
                  </a:cubicBezTo>
                  <a:cubicBezTo>
                    <a:pt x="0" y="311573"/>
                    <a:pt x="0" y="311573"/>
                    <a:pt x="0" y="31157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43789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6" name="Freeform 36"/>
            <p:cNvSpPr/>
            <p:nvPr/>
          </p:nvSpPr>
          <p:spPr>
            <a:xfrm>
              <a:off x="7008836" y="4844204"/>
              <a:ext cx="434202" cy="42117"/>
            </a:xfrm>
            <a:custGeom>
              <a:avLst/>
              <a:gdLst/>
              <a:ahLst/>
              <a:cxnLst/>
              <a:rect l="l" t="t" r="r" b="b"/>
              <a:pathLst>
                <a:path w="688164" h="66751">
                  <a:moveTo>
                    <a:pt x="688165" y="10525"/>
                  </a:moveTo>
                  <a:cubicBezTo>
                    <a:pt x="677506" y="24582"/>
                    <a:pt x="663250" y="35107"/>
                    <a:pt x="649060" y="43901"/>
                  </a:cubicBezTo>
                  <a:lnTo>
                    <a:pt x="649060" y="43901"/>
                  </a:lnTo>
                  <a:cubicBezTo>
                    <a:pt x="665049" y="35107"/>
                    <a:pt x="677506" y="24582"/>
                    <a:pt x="688165" y="10525"/>
                  </a:cubicBezTo>
                  <a:lnTo>
                    <a:pt x="688165" y="10525"/>
                  </a:lnTo>
                  <a:moveTo>
                    <a:pt x="1732" y="0"/>
                  </a:moveTo>
                  <a:lnTo>
                    <a:pt x="0" y="0"/>
                  </a:lnTo>
                  <a:cubicBezTo>
                    <a:pt x="0" y="66751"/>
                    <a:pt x="0" y="66751"/>
                    <a:pt x="0" y="66751"/>
                  </a:cubicBezTo>
                  <a:cubicBezTo>
                    <a:pt x="380589" y="66751"/>
                    <a:pt x="380589" y="66751"/>
                    <a:pt x="380589" y="66751"/>
                  </a:cubicBezTo>
                  <a:cubicBezTo>
                    <a:pt x="380589" y="66751"/>
                    <a:pt x="380589" y="66751"/>
                    <a:pt x="382388" y="65019"/>
                  </a:cubicBezTo>
                  <a:cubicBezTo>
                    <a:pt x="1799" y="65019"/>
                    <a:pt x="1799" y="65019"/>
                    <a:pt x="1799" y="65019"/>
                  </a:cubicBezTo>
                  <a:cubicBezTo>
                    <a:pt x="1732" y="0"/>
                    <a:pt x="1732" y="0"/>
                    <a:pt x="1732" y="0"/>
                  </a:cubicBezTo>
                </a:path>
              </a:pathLst>
            </a:custGeom>
            <a:solidFill>
              <a:srgbClr val="923A2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pic>
          <p:nvPicPr>
            <p:cNvPr id="37" name="image4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4507" y="4826920"/>
              <a:ext cx="6481" cy="21605"/>
            </a:xfrm>
            <a:custGeom>
              <a:avLst/>
              <a:gdLst/>
              <a:ahLst/>
              <a:cxnLst/>
              <a:rect l="0" t="0" r="0" b="0"/>
              <a:pathLst>
                <a:path w="10272" h="34241">
                  <a:moveTo>
                    <a:pt x="754" y="552"/>
                  </a:moveTo>
                  <a:lnTo>
                    <a:pt x="11027" y="552"/>
                  </a:lnTo>
                  <a:lnTo>
                    <a:pt x="11027" y="34794"/>
                  </a:lnTo>
                  <a:lnTo>
                    <a:pt x="754" y="34794"/>
                  </a:lnTo>
                  <a:close/>
                </a:path>
              </a:pathLst>
            </a:custGeom>
          </p:spPr>
        </p:pic>
        <p:sp>
          <p:nvSpPr>
            <p:cNvPr id="38" name="Freeform 38"/>
            <p:cNvSpPr/>
            <p:nvPr/>
          </p:nvSpPr>
          <p:spPr>
            <a:xfrm>
              <a:off x="6973908" y="4736179"/>
              <a:ext cx="413690" cy="149092"/>
            </a:xfrm>
            <a:custGeom>
              <a:avLst/>
              <a:gdLst/>
              <a:ahLst/>
              <a:cxnLst/>
              <a:rect l="l" t="t" r="r" b="b"/>
              <a:pathLst>
                <a:path w="655655" h="236294">
                  <a:moveTo>
                    <a:pt x="197256" y="0"/>
                  </a:moveTo>
                  <a:cubicBezTo>
                    <a:pt x="138632" y="60423"/>
                    <a:pt x="67551" y="110119"/>
                    <a:pt x="0" y="149224"/>
                  </a:cubicBezTo>
                  <a:cubicBezTo>
                    <a:pt x="0" y="236294"/>
                    <a:pt x="0" y="236294"/>
                    <a:pt x="0" y="236294"/>
                  </a:cubicBezTo>
                  <a:cubicBezTo>
                    <a:pt x="525950" y="236294"/>
                    <a:pt x="525950" y="236294"/>
                    <a:pt x="525950" y="236294"/>
                  </a:cubicBezTo>
                  <a:cubicBezTo>
                    <a:pt x="579244" y="236294"/>
                    <a:pt x="627210" y="209647"/>
                    <a:pt x="655655" y="168810"/>
                  </a:cubicBezTo>
                  <a:cubicBezTo>
                    <a:pt x="197256" y="0"/>
                    <a:pt x="197256" y="0"/>
                    <a:pt x="197256" y="0"/>
                  </a:cubicBezTo>
                </a:path>
              </a:pathLst>
            </a:custGeom>
            <a:solidFill>
              <a:srgbClr val="2B225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6976050" y="4727562"/>
              <a:ext cx="335929" cy="119878"/>
            </a:xfrm>
            <a:custGeom>
              <a:avLst/>
              <a:gdLst/>
              <a:ahLst/>
              <a:cxnLst/>
              <a:rect l="l" t="t" r="r" b="b"/>
              <a:pathLst>
                <a:path w="532411" h="189994">
                  <a:moveTo>
                    <a:pt x="0" y="0"/>
                  </a:moveTo>
                  <a:cubicBezTo>
                    <a:pt x="438347" y="0"/>
                    <a:pt x="438347" y="0"/>
                    <a:pt x="438347" y="0"/>
                  </a:cubicBezTo>
                  <a:cubicBezTo>
                    <a:pt x="489843" y="0"/>
                    <a:pt x="532412" y="41237"/>
                    <a:pt x="532412" y="94997"/>
                  </a:cubicBezTo>
                  <a:cubicBezTo>
                    <a:pt x="532412" y="146959"/>
                    <a:pt x="489843" y="189995"/>
                    <a:pt x="438347" y="189995"/>
                  </a:cubicBezTo>
                  <a:cubicBezTo>
                    <a:pt x="0" y="189995"/>
                    <a:pt x="0" y="189995"/>
                    <a:pt x="0" y="189995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11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6870211" y="4699441"/>
              <a:ext cx="116642" cy="184736"/>
            </a:xfrm>
            <a:custGeom>
              <a:avLst/>
              <a:gdLst/>
              <a:ahLst/>
              <a:cxnLst/>
              <a:rect l="l" t="t" r="r" b="b"/>
              <a:pathLst>
                <a:path w="184865" h="292786">
                  <a:moveTo>
                    <a:pt x="0" y="0"/>
                  </a:moveTo>
                  <a:lnTo>
                    <a:pt x="184865" y="0"/>
                  </a:lnTo>
                  <a:lnTo>
                    <a:pt x="184865" y="292786"/>
                  </a:lnTo>
                  <a:lnTo>
                    <a:pt x="0" y="292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5802290" y="3626376"/>
              <a:ext cx="839622" cy="1010267"/>
            </a:xfrm>
            <a:custGeom>
              <a:avLst/>
              <a:gdLst/>
              <a:ahLst/>
              <a:cxnLst/>
              <a:rect l="l" t="t" r="r" b="b"/>
              <a:pathLst>
                <a:path w="1330711" h="1601165">
                  <a:moveTo>
                    <a:pt x="665356" y="1601166"/>
                  </a:moveTo>
                  <a:lnTo>
                    <a:pt x="665356" y="1601166"/>
                  </a:lnTo>
                  <a:cubicBezTo>
                    <a:pt x="222878" y="1601166"/>
                    <a:pt x="-96489" y="1205854"/>
                    <a:pt x="26622" y="810542"/>
                  </a:cubicBezTo>
                  <a:cubicBezTo>
                    <a:pt x="172915" y="343816"/>
                    <a:pt x="172915" y="343816"/>
                    <a:pt x="172915" y="343816"/>
                  </a:cubicBezTo>
                  <a:cubicBezTo>
                    <a:pt x="237135" y="141164"/>
                    <a:pt x="436989" y="0"/>
                    <a:pt x="665356" y="0"/>
                  </a:cubicBezTo>
                  <a:cubicBezTo>
                    <a:pt x="893723" y="0"/>
                    <a:pt x="1095309" y="141164"/>
                    <a:pt x="1157797" y="343816"/>
                  </a:cubicBezTo>
                  <a:cubicBezTo>
                    <a:pt x="1304090" y="810542"/>
                    <a:pt x="1304090" y="810542"/>
                    <a:pt x="1304090" y="810542"/>
                  </a:cubicBezTo>
                  <a:cubicBezTo>
                    <a:pt x="1427200" y="1205854"/>
                    <a:pt x="1107833" y="1601166"/>
                    <a:pt x="665356" y="1601166"/>
                  </a:cubicBezTo>
                </a:path>
              </a:pathLst>
            </a:custGeom>
            <a:solidFill>
              <a:schemeClr val="accent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438981" y="4716760"/>
              <a:ext cx="117734" cy="184693"/>
            </a:xfrm>
            <a:custGeom>
              <a:avLst/>
              <a:gdLst/>
              <a:ahLst/>
              <a:cxnLst/>
              <a:rect l="l" t="t" r="r" b="b"/>
              <a:pathLst>
                <a:path w="186597" h="292719">
                  <a:moveTo>
                    <a:pt x="0" y="0"/>
                  </a:moveTo>
                  <a:lnTo>
                    <a:pt x="186597" y="0"/>
                  </a:lnTo>
                  <a:lnTo>
                    <a:pt x="186597" y="292720"/>
                  </a:lnTo>
                  <a:lnTo>
                    <a:pt x="0" y="292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3" name="Freeform 43"/>
            <p:cNvSpPr/>
            <p:nvPr/>
          </p:nvSpPr>
          <p:spPr>
            <a:xfrm>
              <a:off x="6162504" y="3514357"/>
              <a:ext cx="98772" cy="158752"/>
            </a:xfrm>
            <a:custGeom>
              <a:avLst/>
              <a:gdLst/>
              <a:ahLst/>
              <a:cxnLst/>
              <a:rect l="l" t="t" r="r" b="b"/>
              <a:pathLst>
                <a:path w="156543" h="251605">
                  <a:moveTo>
                    <a:pt x="48755" y="250351"/>
                  </a:moveTo>
                  <a:cubicBezTo>
                    <a:pt x="15446" y="243622"/>
                    <a:pt x="-5471" y="212045"/>
                    <a:pt x="1257" y="178736"/>
                  </a:cubicBezTo>
                  <a:cubicBezTo>
                    <a:pt x="37431" y="0"/>
                    <a:pt x="37431" y="0"/>
                    <a:pt x="37431" y="0"/>
                  </a:cubicBezTo>
                  <a:cubicBezTo>
                    <a:pt x="156544" y="24116"/>
                    <a:pt x="156544" y="24116"/>
                    <a:pt x="156544" y="24116"/>
                  </a:cubicBezTo>
                  <a:cubicBezTo>
                    <a:pt x="120370" y="202852"/>
                    <a:pt x="120370" y="202852"/>
                    <a:pt x="120370" y="202852"/>
                  </a:cubicBezTo>
                  <a:cubicBezTo>
                    <a:pt x="113642" y="236094"/>
                    <a:pt x="82065" y="257079"/>
                    <a:pt x="48755" y="250351"/>
                  </a:cubicBezTo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4" name="Freeform 44"/>
            <p:cNvSpPr/>
            <p:nvPr/>
          </p:nvSpPr>
          <p:spPr>
            <a:xfrm>
              <a:off x="5685624" y="3708675"/>
              <a:ext cx="594610" cy="871686"/>
            </a:xfrm>
            <a:custGeom>
              <a:avLst/>
              <a:gdLst/>
              <a:ahLst/>
              <a:cxnLst/>
              <a:rect l="l" t="t" r="r" b="b"/>
              <a:pathLst>
                <a:path w="942392" h="1381527">
                  <a:moveTo>
                    <a:pt x="505311" y="2"/>
                  </a:moveTo>
                  <a:cubicBezTo>
                    <a:pt x="505311" y="2"/>
                    <a:pt x="500381" y="-3396"/>
                    <a:pt x="364880" y="274668"/>
                  </a:cubicBezTo>
                  <a:cubicBezTo>
                    <a:pt x="364880" y="274668"/>
                    <a:pt x="199134" y="638270"/>
                    <a:pt x="286471" y="843254"/>
                  </a:cubicBezTo>
                  <a:cubicBezTo>
                    <a:pt x="350624" y="994743"/>
                    <a:pt x="942392" y="1044640"/>
                    <a:pt x="942392" y="1044640"/>
                  </a:cubicBezTo>
                  <a:cubicBezTo>
                    <a:pt x="942392" y="1044640"/>
                    <a:pt x="942392" y="1044640"/>
                    <a:pt x="892495" y="1381528"/>
                  </a:cubicBezTo>
                  <a:cubicBezTo>
                    <a:pt x="892495" y="1381528"/>
                    <a:pt x="421905" y="1313777"/>
                    <a:pt x="172420" y="1187270"/>
                  </a:cubicBezTo>
                  <a:cubicBezTo>
                    <a:pt x="-356927" y="921663"/>
                    <a:pt x="501514" y="535"/>
                    <a:pt x="501514" y="535"/>
                  </a:cubicBezTo>
                  <a:lnTo>
                    <a:pt x="505311" y="2"/>
                  </a:ln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02703" y="4472505"/>
              <a:ext cx="1220601" cy="251737"/>
            </a:xfrm>
            <a:custGeom>
              <a:avLst/>
              <a:gdLst/>
              <a:ahLst/>
              <a:cxnLst/>
              <a:rect l="l" t="t" r="r" b="b"/>
              <a:pathLst>
                <a:path w="1934522" h="398975">
                  <a:moveTo>
                    <a:pt x="1547605" y="0"/>
                  </a:moveTo>
                  <a:lnTo>
                    <a:pt x="0" y="398976"/>
                  </a:lnTo>
                  <a:lnTo>
                    <a:pt x="1934523" y="70748"/>
                  </a:lnTo>
                  <a:lnTo>
                    <a:pt x="1547605" y="0"/>
                  </a:lnTo>
                  <a:lnTo>
                    <a:pt x="1547605" y="0"/>
                  </a:lnTo>
                  <a:close/>
                </a:path>
              </a:pathLst>
            </a:custGeom>
            <a:solidFill>
              <a:srgbClr val="0169EE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702529" y="4460525"/>
              <a:ext cx="575728" cy="186669"/>
            </a:xfrm>
            <a:custGeom>
              <a:avLst/>
              <a:gdLst/>
              <a:ahLst/>
              <a:cxnLst/>
              <a:rect l="l" t="t" r="r" b="b"/>
              <a:pathLst>
                <a:path w="912468" h="295851">
                  <a:moveTo>
                    <a:pt x="912468" y="295851"/>
                  </a:moveTo>
                  <a:lnTo>
                    <a:pt x="0" y="162748"/>
                  </a:lnTo>
                  <a:lnTo>
                    <a:pt x="297650" y="0"/>
                  </a:lnTo>
                  <a:lnTo>
                    <a:pt x="912468" y="295851"/>
                  </a:lnTo>
                  <a:lnTo>
                    <a:pt x="912468" y="295851"/>
                  </a:lnTo>
                  <a:close/>
                </a:path>
              </a:pathLst>
            </a:custGeom>
            <a:solidFill>
              <a:srgbClr val="0169EE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502703" y="4281548"/>
              <a:ext cx="1679437" cy="624235"/>
            </a:xfrm>
            <a:custGeom>
              <a:avLst/>
              <a:gdLst/>
              <a:ahLst/>
              <a:cxnLst/>
              <a:rect l="l" t="t" r="r" b="b"/>
              <a:pathLst>
                <a:path w="2661729" h="989345">
                  <a:moveTo>
                    <a:pt x="1654061" y="0"/>
                  </a:moveTo>
                  <a:cubicBezTo>
                    <a:pt x="1654061" y="0"/>
                    <a:pt x="2518497" y="50896"/>
                    <a:pt x="2646870" y="440945"/>
                  </a:cubicBezTo>
                  <a:cubicBezTo>
                    <a:pt x="2773445" y="830994"/>
                    <a:pt x="2049772" y="989345"/>
                    <a:pt x="2049772" y="989345"/>
                  </a:cubicBezTo>
                  <a:cubicBezTo>
                    <a:pt x="0" y="989345"/>
                    <a:pt x="0" y="989345"/>
                    <a:pt x="0" y="989345"/>
                  </a:cubicBezTo>
                  <a:cubicBezTo>
                    <a:pt x="0" y="689697"/>
                    <a:pt x="0" y="689697"/>
                    <a:pt x="0" y="689697"/>
                  </a:cubicBezTo>
                  <a:cubicBezTo>
                    <a:pt x="1830532" y="361803"/>
                    <a:pt x="1830532" y="361803"/>
                    <a:pt x="1830532" y="361803"/>
                  </a:cubicBezTo>
                  <a:cubicBezTo>
                    <a:pt x="1379594" y="305244"/>
                    <a:pt x="1379594" y="305244"/>
                    <a:pt x="1379594" y="305244"/>
                  </a:cubicBezTo>
                  <a:cubicBezTo>
                    <a:pt x="1654061" y="0"/>
                    <a:pt x="1654061" y="0"/>
                    <a:pt x="1654061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8" name="Freeform 48"/>
            <p:cNvSpPr/>
            <p:nvPr/>
          </p:nvSpPr>
          <p:spPr>
            <a:xfrm>
              <a:off x="6166912" y="3711745"/>
              <a:ext cx="595839" cy="869457"/>
            </a:xfrm>
            <a:custGeom>
              <a:avLst/>
              <a:gdLst/>
              <a:ahLst/>
              <a:cxnLst/>
              <a:rect l="l" t="t" r="r" b="b"/>
              <a:pathLst>
                <a:path w="944342" h="1377995">
                  <a:moveTo>
                    <a:pt x="445875" y="0"/>
                  </a:moveTo>
                  <a:cubicBezTo>
                    <a:pt x="445875" y="0"/>
                    <a:pt x="481849" y="46433"/>
                    <a:pt x="588904" y="283926"/>
                  </a:cubicBezTo>
                  <a:cubicBezTo>
                    <a:pt x="588904" y="283926"/>
                    <a:pt x="697758" y="584374"/>
                    <a:pt x="656788" y="839721"/>
                  </a:cubicBezTo>
                  <a:cubicBezTo>
                    <a:pt x="630740" y="1002203"/>
                    <a:pt x="0" y="1041107"/>
                    <a:pt x="0" y="1041107"/>
                  </a:cubicBezTo>
                  <a:cubicBezTo>
                    <a:pt x="0" y="1041107"/>
                    <a:pt x="0" y="1041107"/>
                    <a:pt x="49964" y="1377995"/>
                  </a:cubicBezTo>
                  <a:cubicBezTo>
                    <a:pt x="49964" y="1377995"/>
                    <a:pt x="521153" y="1310245"/>
                    <a:pt x="771038" y="1183737"/>
                  </a:cubicBezTo>
                  <a:cubicBezTo>
                    <a:pt x="1301185" y="918197"/>
                    <a:pt x="445875" y="0"/>
                    <a:pt x="445875" y="0"/>
                  </a:cubicBez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9" name="Freeform 49"/>
            <p:cNvSpPr/>
            <p:nvPr/>
          </p:nvSpPr>
          <p:spPr>
            <a:xfrm>
              <a:off x="5758223" y="3704137"/>
              <a:ext cx="271997" cy="342612"/>
            </a:xfrm>
            <a:custGeom>
              <a:avLst/>
              <a:gdLst/>
              <a:ahLst/>
              <a:cxnLst/>
              <a:rect l="l" t="t" r="r" b="b"/>
              <a:pathLst>
                <a:path w="431085" h="543003">
                  <a:moveTo>
                    <a:pt x="431086" y="13923"/>
                  </a:moveTo>
                  <a:cubicBezTo>
                    <a:pt x="431086" y="13923"/>
                    <a:pt x="390116" y="1732"/>
                    <a:pt x="391847" y="0"/>
                  </a:cubicBezTo>
                  <a:cubicBezTo>
                    <a:pt x="391847" y="0"/>
                    <a:pt x="114716" y="244089"/>
                    <a:pt x="0" y="445675"/>
                  </a:cubicBezTo>
                  <a:cubicBezTo>
                    <a:pt x="0" y="445675"/>
                    <a:pt x="76478" y="442211"/>
                    <a:pt x="218974" y="543004"/>
                  </a:cubicBezTo>
                  <a:lnTo>
                    <a:pt x="431086" y="13923"/>
                  </a:lnTo>
                  <a:close/>
                </a:path>
              </a:pathLst>
            </a:custGeom>
            <a:solidFill>
              <a:schemeClr val="accent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0" name="Freeform 50"/>
            <p:cNvSpPr/>
            <p:nvPr/>
          </p:nvSpPr>
          <p:spPr>
            <a:xfrm>
              <a:off x="6442439" y="3707374"/>
              <a:ext cx="248962" cy="339376"/>
            </a:xfrm>
            <a:custGeom>
              <a:avLst/>
              <a:gdLst/>
              <a:ahLst/>
              <a:cxnLst/>
              <a:rect l="l" t="t" r="r" b="b"/>
              <a:pathLst>
                <a:path w="394578" h="537874">
                  <a:moveTo>
                    <a:pt x="0" y="0"/>
                  </a:moveTo>
                  <a:cubicBezTo>
                    <a:pt x="0" y="0"/>
                    <a:pt x="0" y="0"/>
                    <a:pt x="0" y="1732"/>
                  </a:cubicBezTo>
                  <a:cubicBezTo>
                    <a:pt x="0" y="1732"/>
                    <a:pt x="0" y="1732"/>
                    <a:pt x="1732" y="1732"/>
                  </a:cubicBezTo>
                  <a:cubicBezTo>
                    <a:pt x="1665" y="1732"/>
                    <a:pt x="1665" y="1732"/>
                    <a:pt x="0" y="0"/>
                  </a:cubicBezTo>
                  <a:cubicBezTo>
                    <a:pt x="0" y="0"/>
                    <a:pt x="279863" y="238959"/>
                    <a:pt x="394579" y="440545"/>
                  </a:cubicBezTo>
                  <a:cubicBezTo>
                    <a:pt x="394579" y="440545"/>
                    <a:pt x="318101" y="437081"/>
                    <a:pt x="175605" y="53787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1" name="Freeform 51"/>
            <p:cNvSpPr/>
            <p:nvPr/>
          </p:nvSpPr>
          <p:spPr>
            <a:xfrm>
              <a:off x="6171386" y="3262354"/>
              <a:ext cx="275859" cy="357490"/>
            </a:xfrm>
            <a:custGeom>
              <a:avLst/>
              <a:gdLst/>
              <a:ahLst/>
              <a:cxnLst/>
              <a:rect l="l" t="t" r="r" b="b"/>
              <a:pathLst>
                <a:path w="437206" h="566584">
                  <a:moveTo>
                    <a:pt x="431055" y="262698"/>
                  </a:moveTo>
                  <a:cubicBezTo>
                    <a:pt x="401144" y="417052"/>
                    <a:pt x="269840" y="587195"/>
                    <a:pt x="152991" y="564545"/>
                  </a:cubicBezTo>
                  <a:cubicBezTo>
                    <a:pt x="36077" y="541895"/>
                    <a:pt x="-22148" y="335045"/>
                    <a:pt x="7764" y="180691"/>
                  </a:cubicBezTo>
                  <a:cubicBezTo>
                    <a:pt x="37675" y="26337"/>
                    <a:pt x="144398" y="-17031"/>
                    <a:pt x="261312" y="5619"/>
                  </a:cubicBezTo>
                  <a:cubicBezTo>
                    <a:pt x="378161" y="28203"/>
                    <a:pt x="460967" y="108278"/>
                    <a:pt x="431055" y="262698"/>
                  </a:cubicBez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2" name="Freeform 52"/>
            <p:cNvSpPr/>
            <p:nvPr/>
          </p:nvSpPr>
          <p:spPr>
            <a:xfrm>
              <a:off x="6153167" y="3253566"/>
              <a:ext cx="311676" cy="195489"/>
            </a:xfrm>
            <a:custGeom>
              <a:avLst/>
              <a:gdLst/>
              <a:ahLst/>
              <a:cxnLst/>
              <a:rect l="l" t="t" r="r" b="b"/>
              <a:pathLst>
                <a:path w="493973" h="309828">
                  <a:moveTo>
                    <a:pt x="493973" y="220135"/>
                  </a:moveTo>
                  <a:cubicBezTo>
                    <a:pt x="493973" y="220135"/>
                    <a:pt x="466060" y="297145"/>
                    <a:pt x="258478" y="308737"/>
                  </a:cubicBezTo>
                  <a:cubicBezTo>
                    <a:pt x="16655" y="322194"/>
                    <a:pt x="0" y="206811"/>
                    <a:pt x="0" y="206811"/>
                  </a:cubicBezTo>
                  <a:cubicBezTo>
                    <a:pt x="0" y="206811"/>
                    <a:pt x="36906" y="3027"/>
                    <a:pt x="237760" y="29"/>
                  </a:cubicBezTo>
                  <a:cubicBezTo>
                    <a:pt x="438680" y="-2902"/>
                    <a:pt x="493973" y="220135"/>
                    <a:pt x="493973" y="220135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3" name="Freeform 53"/>
            <p:cNvSpPr/>
            <p:nvPr/>
          </p:nvSpPr>
          <p:spPr>
            <a:xfrm>
              <a:off x="6354515" y="3358918"/>
              <a:ext cx="132523" cy="116495"/>
            </a:xfrm>
            <a:custGeom>
              <a:avLst/>
              <a:gdLst/>
              <a:ahLst/>
              <a:cxnLst/>
              <a:rect l="l" t="t" r="r" b="b"/>
              <a:pathLst>
                <a:path w="210034" h="184632">
                  <a:moveTo>
                    <a:pt x="158671" y="0"/>
                  </a:moveTo>
                  <a:cubicBezTo>
                    <a:pt x="158671" y="0"/>
                    <a:pt x="260729" y="73346"/>
                    <a:pt x="177123" y="146693"/>
                  </a:cubicBezTo>
                  <a:cubicBezTo>
                    <a:pt x="93451" y="220040"/>
                    <a:pt x="25634" y="175738"/>
                    <a:pt x="2118" y="109320"/>
                  </a:cubicBezTo>
                  <a:cubicBezTo>
                    <a:pt x="-21398" y="42902"/>
                    <a:pt x="158671" y="0"/>
                    <a:pt x="158671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4" name="Freeform 54"/>
            <p:cNvSpPr/>
            <p:nvPr/>
          </p:nvSpPr>
          <p:spPr>
            <a:xfrm>
              <a:off x="6126686" y="3396328"/>
              <a:ext cx="89446" cy="89446"/>
            </a:xfrm>
            <a:custGeom>
              <a:avLst/>
              <a:gdLst/>
              <a:ahLst/>
              <a:cxnLst/>
              <a:rect l="l" t="t" r="r" b="b"/>
              <a:pathLst>
                <a:path w="141763" h="141763">
                  <a:moveTo>
                    <a:pt x="141763" y="70882"/>
                  </a:moveTo>
                  <a:cubicBezTo>
                    <a:pt x="141763" y="110029"/>
                    <a:pt x="110028" y="141763"/>
                    <a:pt x="70881" y="141763"/>
                  </a:cubicBezTo>
                  <a:cubicBezTo>
                    <a:pt x="31735" y="141763"/>
                    <a:pt x="0" y="110029"/>
                    <a:pt x="0" y="70882"/>
                  </a:cubicBezTo>
                  <a:cubicBezTo>
                    <a:pt x="0" y="31735"/>
                    <a:pt x="31734" y="0"/>
                    <a:pt x="70881" y="0"/>
                  </a:cubicBezTo>
                  <a:cubicBezTo>
                    <a:pt x="110028" y="0"/>
                    <a:pt x="141763" y="31735"/>
                    <a:pt x="141763" y="70882"/>
                  </a:cubicBez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5" name="Freeform 55"/>
            <p:cNvSpPr/>
            <p:nvPr/>
          </p:nvSpPr>
          <p:spPr>
            <a:xfrm>
              <a:off x="6152985" y="3384054"/>
              <a:ext cx="211744" cy="101722"/>
            </a:xfrm>
            <a:custGeom>
              <a:avLst/>
              <a:gdLst/>
              <a:ahLst/>
              <a:cxnLst/>
              <a:rect l="l" t="t" r="r" b="b"/>
              <a:pathLst>
                <a:path w="335593" h="161219">
                  <a:moveTo>
                    <a:pt x="421" y="0"/>
                  </a:moveTo>
                  <a:cubicBezTo>
                    <a:pt x="421" y="0"/>
                    <a:pt x="-8106" y="81807"/>
                    <a:pt x="51584" y="127840"/>
                  </a:cubicBezTo>
                  <a:cubicBezTo>
                    <a:pt x="111274" y="173873"/>
                    <a:pt x="240846" y="177870"/>
                    <a:pt x="324318" y="104257"/>
                  </a:cubicBezTo>
                  <a:cubicBezTo>
                    <a:pt x="407791" y="30644"/>
                    <a:pt x="421" y="0"/>
                    <a:pt x="421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6" name="Freeform 56"/>
            <p:cNvSpPr/>
            <p:nvPr/>
          </p:nvSpPr>
          <p:spPr>
            <a:xfrm>
              <a:off x="6798040" y="2986168"/>
              <a:ext cx="1241618" cy="1126616"/>
            </a:xfrm>
            <a:custGeom>
              <a:avLst/>
              <a:gdLst/>
              <a:ahLst/>
              <a:cxnLst/>
              <a:rect l="l" t="t" r="r" b="b"/>
              <a:pathLst>
                <a:path w="1967831" h="1785564">
                  <a:moveTo>
                    <a:pt x="1921532" y="1785565"/>
                  </a:moveTo>
                  <a:lnTo>
                    <a:pt x="46300" y="1785565"/>
                  </a:lnTo>
                  <a:cubicBezTo>
                    <a:pt x="20719" y="1785565"/>
                    <a:pt x="0" y="1764846"/>
                    <a:pt x="0" y="1739265"/>
                  </a:cubicBezTo>
                  <a:lnTo>
                    <a:pt x="0" y="46300"/>
                  </a:lnTo>
                  <a:cubicBezTo>
                    <a:pt x="0" y="20718"/>
                    <a:pt x="20719" y="0"/>
                    <a:pt x="46300" y="0"/>
                  </a:cubicBezTo>
                  <a:lnTo>
                    <a:pt x="1921532" y="0"/>
                  </a:lnTo>
                  <a:cubicBezTo>
                    <a:pt x="1947114" y="0"/>
                    <a:pt x="1967832" y="20718"/>
                    <a:pt x="1967832" y="46300"/>
                  </a:cubicBezTo>
                  <a:lnTo>
                    <a:pt x="1967832" y="1739265"/>
                  </a:lnTo>
                  <a:cubicBezTo>
                    <a:pt x="1967832" y="1764846"/>
                    <a:pt x="1947114" y="1785565"/>
                    <a:pt x="1921532" y="1785565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7" name="Freeform 57"/>
            <p:cNvSpPr/>
            <p:nvPr/>
          </p:nvSpPr>
          <p:spPr>
            <a:xfrm>
              <a:off x="6846463" y="3221050"/>
              <a:ext cx="1193195" cy="891818"/>
            </a:xfrm>
            <a:custGeom>
              <a:avLst/>
              <a:gdLst/>
              <a:ahLst/>
              <a:cxnLst/>
              <a:rect l="l" t="t" r="r" b="b"/>
              <a:pathLst>
                <a:path w="1891087" h="1413435">
                  <a:moveTo>
                    <a:pt x="1891088" y="1367003"/>
                  </a:moveTo>
                  <a:lnTo>
                    <a:pt x="1891088" y="96996"/>
                  </a:lnTo>
                  <a:lnTo>
                    <a:pt x="1818075" y="23982"/>
                  </a:lnTo>
                  <a:cubicBezTo>
                    <a:pt x="1802685" y="8594"/>
                    <a:pt x="1781834" y="0"/>
                    <a:pt x="1760117" y="0"/>
                  </a:cubicBezTo>
                  <a:lnTo>
                    <a:pt x="35175" y="0"/>
                  </a:lnTo>
                  <a:cubicBezTo>
                    <a:pt x="16121" y="0"/>
                    <a:pt x="666" y="15455"/>
                    <a:pt x="666" y="34508"/>
                  </a:cubicBezTo>
                  <a:lnTo>
                    <a:pt x="0" y="901343"/>
                  </a:lnTo>
                  <a:cubicBezTo>
                    <a:pt x="0" y="919396"/>
                    <a:pt x="7195" y="936784"/>
                    <a:pt x="19919" y="949574"/>
                  </a:cubicBezTo>
                  <a:lnTo>
                    <a:pt x="483781" y="1413436"/>
                  </a:lnTo>
                  <a:lnTo>
                    <a:pt x="1844788" y="1413436"/>
                  </a:lnTo>
                  <a:cubicBezTo>
                    <a:pt x="1870370" y="1413303"/>
                    <a:pt x="1891088" y="1392584"/>
                    <a:pt x="1891088" y="1367003"/>
                  </a:cubicBezTo>
                  <a:close/>
                </a:path>
              </a:pathLst>
            </a:custGeom>
            <a:solidFill>
              <a:srgbClr val="0169EE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6843690" y="3221012"/>
              <a:ext cx="1131575" cy="594520"/>
              <a:chOff x="7309848" y="2614859"/>
              <a:chExt cx="1793424" cy="94224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09848" y="2614859"/>
                <a:ext cx="1054497" cy="750585"/>
              </a:xfrm>
              <a:custGeom>
                <a:avLst/>
                <a:gdLst/>
                <a:ahLst/>
                <a:cxnLst/>
                <a:rect l="l" t="t" r="r" b="b"/>
                <a:pathLst>
                  <a:path w="1054497" h="750585">
                    <a:moveTo>
                      <a:pt x="1024386" y="750586"/>
                    </a:moveTo>
                    <a:lnTo>
                      <a:pt x="30178" y="750586"/>
                    </a:lnTo>
                    <a:cubicBezTo>
                      <a:pt x="13523" y="750586"/>
                      <a:pt x="0" y="737063"/>
                      <a:pt x="0" y="720408"/>
                    </a:cubicBezTo>
                    <a:lnTo>
                      <a:pt x="0" y="30178"/>
                    </a:lnTo>
                    <a:cubicBezTo>
                      <a:pt x="0" y="13524"/>
                      <a:pt x="13523" y="0"/>
                      <a:pt x="30178" y="0"/>
                    </a:cubicBezTo>
                    <a:lnTo>
                      <a:pt x="1024319" y="0"/>
                    </a:lnTo>
                    <a:cubicBezTo>
                      <a:pt x="1040974" y="0"/>
                      <a:pt x="1054498" y="13524"/>
                      <a:pt x="1054498" y="30178"/>
                    </a:cubicBezTo>
                    <a:lnTo>
                      <a:pt x="1054498" y="720475"/>
                    </a:lnTo>
                    <a:cubicBezTo>
                      <a:pt x="1054498" y="737129"/>
                      <a:pt x="1041041" y="750586"/>
                      <a:pt x="1024386" y="750586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8398920" y="2614859"/>
                <a:ext cx="704352" cy="354474"/>
              </a:xfrm>
              <a:custGeom>
                <a:avLst/>
                <a:gdLst/>
                <a:ahLst/>
                <a:cxnLst/>
                <a:rect l="l" t="t" r="r" b="b"/>
                <a:pathLst>
                  <a:path w="704352" h="354474">
                    <a:moveTo>
                      <a:pt x="674175" y="354475"/>
                    </a:moveTo>
                    <a:lnTo>
                      <a:pt x="30178" y="354475"/>
                    </a:lnTo>
                    <a:cubicBezTo>
                      <a:pt x="13523" y="354475"/>
                      <a:pt x="0" y="340951"/>
                      <a:pt x="0" y="324297"/>
                    </a:cubicBezTo>
                    <a:lnTo>
                      <a:pt x="0" y="30178"/>
                    </a:lnTo>
                    <a:cubicBezTo>
                      <a:pt x="0" y="13524"/>
                      <a:pt x="13523" y="0"/>
                      <a:pt x="30178" y="0"/>
                    </a:cubicBezTo>
                    <a:lnTo>
                      <a:pt x="674175" y="0"/>
                    </a:lnTo>
                    <a:cubicBezTo>
                      <a:pt x="690830" y="0"/>
                      <a:pt x="704353" y="13524"/>
                      <a:pt x="704353" y="30178"/>
                    </a:cubicBezTo>
                    <a:lnTo>
                      <a:pt x="704353" y="324297"/>
                    </a:lnTo>
                    <a:cubicBezTo>
                      <a:pt x="704353" y="340951"/>
                      <a:pt x="690830" y="354475"/>
                      <a:pt x="674175" y="354475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8398920" y="3010971"/>
                <a:ext cx="704352" cy="354474"/>
              </a:xfrm>
              <a:custGeom>
                <a:avLst/>
                <a:gdLst/>
                <a:ahLst/>
                <a:cxnLst/>
                <a:rect l="l" t="t" r="r" b="b"/>
                <a:pathLst>
                  <a:path w="704352" h="354474">
                    <a:moveTo>
                      <a:pt x="674175" y="354475"/>
                    </a:moveTo>
                    <a:lnTo>
                      <a:pt x="30178" y="354475"/>
                    </a:lnTo>
                    <a:cubicBezTo>
                      <a:pt x="13523" y="354475"/>
                      <a:pt x="0" y="340951"/>
                      <a:pt x="0" y="324297"/>
                    </a:cubicBezTo>
                    <a:lnTo>
                      <a:pt x="0" y="30178"/>
                    </a:lnTo>
                    <a:cubicBezTo>
                      <a:pt x="0" y="13523"/>
                      <a:pt x="13523" y="0"/>
                      <a:pt x="30178" y="0"/>
                    </a:cubicBezTo>
                    <a:lnTo>
                      <a:pt x="674175" y="0"/>
                    </a:lnTo>
                    <a:cubicBezTo>
                      <a:pt x="690830" y="0"/>
                      <a:pt x="704353" y="13523"/>
                      <a:pt x="704353" y="30178"/>
                    </a:cubicBezTo>
                    <a:lnTo>
                      <a:pt x="704353" y="324297"/>
                    </a:lnTo>
                    <a:cubicBezTo>
                      <a:pt x="704353" y="341018"/>
                      <a:pt x="690830" y="354475"/>
                      <a:pt x="674175" y="354475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7780238" y="2919249"/>
                <a:ext cx="164962" cy="183377"/>
              </a:xfrm>
              <a:custGeom>
                <a:avLst/>
                <a:gdLst/>
                <a:ahLst/>
                <a:cxnLst/>
                <a:rect l="l" t="t" r="r" b="b"/>
                <a:pathLst>
                  <a:path w="164962" h="183377">
                    <a:moveTo>
                      <a:pt x="153421" y="71737"/>
                    </a:moveTo>
                    <a:lnTo>
                      <a:pt x="34641" y="3120"/>
                    </a:lnTo>
                    <a:cubicBezTo>
                      <a:pt x="19253" y="-5740"/>
                      <a:pt x="0" y="5318"/>
                      <a:pt x="0" y="23105"/>
                    </a:cubicBezTo>
                    <a:lnTo>
                      <a:pt x="0" y="160272"/>
                    </a:lnTo>
                    <a:cubicBezTo>
                      <a:pt x="0" y="178059"/>
                      <a:pt x="19253" y="189118"/>
                      <a:pt x="34641" y="180257"/>
                    </a:cubicBezTo>
                    <a:lnTo>
                      <a:pt x="153421" y="111641"/>
                    </a:lnTo>
                    <a:cubicBezTo>
                      <a:pt x="168810" y="102847"/>
                      <a:pt x="168810" y="80663"/>
                      <a:pt x="153421" y="71737"/>
                    </a:cubicBezTo>
                    <a:close/>
                  </a:path>
                </a:pathLst>
              </a:custGeom>
              <a:solidFill>
                <a:srgbClr val="FFCE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7315977" y="3407215"/>
                <a:ext cx="1787230" cy="149890"/>
              </a:xfrm>
              <a:custGeom>
                <a:avLst/>
                <a:gdLst/>
                <a:ahLst/>
                <a:cxnLst/>
                <a:rect l="l" t="t" r="r" b="b"/>
                <a:pathLst>
                  <a:path w="1787230" h="149890">
                    <a:moveTo>
                      <a:pt x="1758584" y="149891"/>
                    </a:moveTo>
                    <a:lnTo>
                      <a:pt x="28646" y="149891"/>
                    </a:lnTo>
                    <a:cubicBezTo>
                      <a:pt x="12791" y="149891"/>
                      <a:pt x="0" y="137033"/>
                      <a:pt x="0" y="121245"/>
                    </a:cubicBezTo>
                    <a:lnTo>
                      <a:pt x="0" y="28646"/>
                    </a:lnTo>
                    <a:cubicBezTo>
                      <a:pt x="0" y="12791"/>
                      <a:pt x="12857" y="0"/>
                      <a:pt x="28646" y="0"/>
                    </a:cubicBezTo>
                    <a:lnTo>
                      <a:pt x="1758584" y="0"/>
                    </a:lnTo>
                    <a:cubicBezTo>
                      <a:pt x="1774439" y="0"/>
                      <a:pt x="1787230" y="12857"/>
                      <a:pt x="1787230" y="28646"/>
                    </a:cubicBezTo>
                    <a:lnTo>
                      <a:pt x="1787230" y="121245"/>
                    </a:lnTo>
                    <a:cubicBezTo>
                      <a:pt x="1787297" y="137033"/>
                      <a:pt x="1774439" y="149891"/>
                      <a:pt x="1758584" y="149891"/>
                    </a:cubicBezTo>
                    <a:close/>
                  </a:path>
                </a:pathLst>
              </a:custGeom>
              <a:solidFill>
                <a:srgbClr val="FFCE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64" name="Freeform 64"/>
            <p:cNvSpPr/>
            <p:nvPr/>
          </p:nvSpPr>
          <p:spPr>
            <a:xfrm>
              <a:off x="5288419" y="3072841"/>
              <a:ext cx="332693" cy="135010"/>
            </a:xfrm>
            <a:custGeom>
              <a:avLst/>
              <a:gdLst/>
              <a:ahLst/>
              <a:cxnLst/>
              <a:rect l="l" t="t" r="r" b="b"/>
              <a:pathLst>
                <a:path w="527282" h="213977">
                  <a:moveTo>
                    <a:pt x="489643" y="213977"/>
                  </a:moveTo>
                  <a:lnTo>
                    <a:pt x="37639" y="213977"/>
                  </a:lnTo>
                  <a:cubicBezTo>
                    <a:pt x="16854" y="213977"/>
                    <a:pt x="0" y="197123"/>
                    <a:pt x="0" y="176338"/>
                  </a:cubicBezTo>
                  <a:lnTo>
                    <a:pt x="0" y="37639"/>
                  </a:lnTo>
                  <a:cubicBezTo>
                    <a:pt x="0" y="16854"/>
                    <a:pt x="16854" y="0"/>
                    <a:pt x="37639" y="0"/>
                  </a:cubicBezTo>
                  <a:lnTo>
                    <a:pt x="489643" y="0"/>
                  </a:lnTo>
                  <a:cubicBezTo>
                    <a:pt x="510428" y="0"/>
                    <a:pt x="527282" y="16854"/>
                    <a:pt x="527282" y="37639"/>
                  </a:cubicBezTo>
                  <a:lnTo>
                    <a:pt x="527282" y="176338"/>
                  </a:lnTo>
                  <a:cubicBezTo>
                    <a:pt x="527282" y="197123"/>
                    <a:pt x="510428" y="213977"/>
                    <a:pt x="489643" y="213977"/>
                  </a:cubicBez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5" name="Freeform 65"/>
            <p:cNvSpPr/>
            <p:nvPr/>
          </p:nvSpPr>
          <p:spPr>
            <a:xfrm>
              <a:off x="4757288" y="4235732"/>
              <a:ext cx="271198" cy="370900"/>
            </a:xfrm>
            <a:custGeom>
              <a:avLst/>
              <a:gdLst/>
              <a:ahLst/>
              <a:cxnLst/>
              <a:rect l="l" t="t" r="r" b="b"/>
              <a:pathLst>
                <a:path w="429819" h="587837">
                  <a:moveTo>
                    <a:pt x="399975" y="587838"/>
                  </a:moveTo>
                  <a:lnTo>
                    <a:pt x="29845" y="587838"/>
                  </a:lnTo>
                  <a:cubicBezTo>
                    <a:pt x="13390" y="587838"/>
                    <a:pt x="0" y="574514"/>
                    <a:pt x="0" y="557993"/>
                  </a:cubicBezTo>
                  <a:lnTo>
                    <a:pt x="0" y="29845"/>
                  </a:lnTo>
                  <a:cubicBezTo>
                    <a:pt x="0" y="13390"/>
                    <a:pt x="13324" y="0"/>
                    <a:pt x="29845" y="0"/>
                  </a:cubicBezTo>
                  <a:lnTo>
                    <a:pt x="399975" y="0"/>
                  </a:lnTo>
                  <a:cubicBezTo>
                    <a:pt x="416430" y="0"/>
                    <a:pt x="429820" y="13324"/>
                    <a:pt x="429820" y="29845"/>
                  </a:cubicBezTo>
                  <a:lnTo>
                    <a:pt x="429820" y="557993"/>
                  </a:lnTo>
                  <a:cubicBezTo>
                    <a:pt x="429753" y="574514"/>
                    <a:pt x="416430" y="587838"/>
                    <a:pt x="399975" y="5878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6" name="Freeform 66"/>
            <p:cNvSpPr/>
            <p:nvPr/>
          </p:nvSpPr>
          <p:spPr>
            <a:xfrm>
              <a:off x="4757287" y="4235772"/>
              <a:ext cx="271198" cy="370859"/>
            </a:xfrm>
            <a:custGeom>
              <a:avLst/>
              <a:gdLst/>
              <a:ahLst/>
              <a:cxnLst/>
              <a:rect l="l" t="t" r="r" b="b"/>
              <a:pathLst>
                <a:path w="429819" h="587771">
                  <a:moveTo>
                    <a:pt x="399975" y="0"/>
                  </a:moveTo>
                  <a:lnTo>
                    <a:pt x="370730" y="0"/>
                  </a:lnTo>
                  <a:lnTo>
                    <a:pt x="370730" y="152755"/>
                  </a:lnTo>
                  <a:cubicBezTo>
                    <a:pt x="370730" y="353875"/>
                    <a:pt x="207715" y="516890"/>
                    <a:pt x="6595" y="516890"/>
                  </a:cubicBezTo>
                  <a:lnTo>
                    <a:pt x="0" y="516890"/>
                  </a:lnTo>
                  <a:lnTo>
                    <a:pt x="0" y="557926"/>
                  </a:lnTo>
                  <a:cubicBezTo>
                    <a:pt x="0" y="574381"/>
                    <a:pt x="13324" y="587771"/>
                    <a:pt x="29845" y="587771"/>
                  </a:cubicBezTo>
                  <a:lnTo>
                    <a:pt x="399975" y="587771"/>
                  </a:lnTo>
                  <a:cubicBezTo>
                    <a:pt x="416430" y="587771"/>
                    <a:pt x="429820" y="574448"/>
                    <a:pt x="429820" y="557926"/>
                  </a:cubicBezTo>
                  <a:lnTo>
                    <a:pt x="429820" y="29778"/>
                  </a:lnTo>
                  <a:cubicBezTo>
                    <a:pt x="429753" y="13390"/>
                    <a:pt x="416430" y="0"/>
                    <a:pt x="399975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7" name="Freeform 67"/>
            <p:cNvSpPr/>
            <p:nvPr/>
          </p:nvSpPr>
          <p:spPr>
            <a:xfrm>
              <a:off x="5260297" y="3096084"/>
              <a:ext cx="309238" cy="29380"/>
            </a:xfrm>
            <a:custGeom>
              <a:avLst/>
              <a:gdLst/>
              <a:ahLst/>
              <a:cxnLst/>
              <a:rect l="l" t="t" r="r" b="b"/>
              <a:pathLst>
                <a:path w="490109" h="46565">
                  <a:moveTo>
                    <a:pt x="482715" y="46566"/>
                  </a:moveTo>
                  <a:lnTo>
                    <a:pt x="7395" y="46566"/>
                  </a:lnTo>
                  <a:cubicBezTo>
                    <a:pt x="3331" y="46566"/>
                    <a:pt x="0" y="43235"/>
                    <a:pt x="0" y="39171"/>
                  </a:cubicBezTo>
                  <a:lnTo>
                    <a:pt x="0" y="7395"/>
                  </a:lnTo>
                  <a:cubicBezTo>
                    <a:pt x="0" y="3331"/>
                    <a:pt x="3331" y="0"/>
                    <a:pt x="7395" y="0"/>
                  </a:cubicBezTo>
                  <a:lnTo>
                    <a:pt x="482715" y="0"/>
                  </a:lnTo>
                  <a:cubicBezTo>
                    <a:pt x="486778" y="0"/>
                    <a:pt x="490109" y="3331"/>
                    <a:pt x="490109" y="7395"/>
                  </a:cubicBezTo>
                  <a:lnTo>
                    <a:pt x="490109" y="39171"/>
                  </a:lnTo>
                  <a:cubicBezTo>
                    <a:pt x="490109" y="43302"/>
                    <a:pt x="486778" y="46566"/>
                    <a:pt x="482715" y="46566"/>
                  </a:cubicBezTo>
                  <a:close/>
                </a:path>
              </a:pathLst>
            </a:custGeom>
            <a:solidFill>
              <a:srgbClr val="ADD3D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8" name="Freeform 68"/>
            <p:cNvSpPr/>
            <p:nvPr/>
          </p:nvSpPr>
          <p:spPr>
            <a:xfrm>
              <a:off x="5260297" y="3142700"/>
              <a:ext cx="188896" cy="29380"/>
            </a:xfrm>
            <a:custGeom>
              <a:avLst/>
              <a:gdLst/>
              <a:ahLst/>
              <a:cxnLst/>
              <a:rect l="l" t="t" r="r" b="b"/>
              <a:pathLst>
                <a:path w="299381" h="46565">
                  <a:moveTo>
                    <a:pt x="291987" y="46566"/>
                  </a:moveTo>
                  <a:lnTo>
                    <a:pt x="7395" y="46566"/>
                  </a:lnTo>
                  <a:cubicBezTo>
                    <a:pt x="3331" y="46566"/>
                    <a:pt x="0" y="43235"/>
                    <a:pt x="0" y="39171"/>
                  </a:cubicBezTo>
                  <a:lnTo>
                    <a:pt x="0" y="7395"/>
                  </a:lnTo>
                  <a:cubicBezTo>
                    <a:pt x="0" y="3331"/>
                    <a:pt x="3331" y="0"/>
                    <a:pt x="7395" y="0"/>
                  </a:cubicBezTo>
                  <a:lnTo>
                    <a:pt x="291987" y="0"/>
                  </a:lnTo>
                  <a:cubicBezTo>
                    <a:pt x="296051" y="0"/>
                    <a:pt x="299382" y="3331"/>
                    <a:pt x="299382" y="7395"/>
                  </a:cubicBezTo>
                  <a:lnTo>
                    <a:pt x="299382" y="39171"/>
                  </a:lnTo>
                  <a:cubicBezTo>
                    <a:pt x="299382" y="43235"/>
                    <a:pt x="296051" y="46566"/>
                    <a:pt x="291987" y="46566"/>
                  </a:cubicBezTo>
                  <a:close/>
                </a:path>
              </a:pathLst>
            </a:custGeom>
            <a:solidFill>
              <a:srgbClr val="ADD3D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9" name="Freeform 69"/>
            <p:cNvSpPr/>
            <p:nvPr/>
          </p:nvSpPr>
          <p:spPr>
            <a:xfrm>
              <a:off x="5513169" y="3429450"/>
              <a:ext cx="112732" cy="112732"/>
            </a:xfrm>
            <a:custGeom>
              <a:avLst/>
              <a:gdLst/>
              <a:ahLst/>
              <a:cxnLst/>
              <a:rect l="l" t="t" r="r" b="b"/>
              <a:pathLst>
                <a:path w="178669" h="178669">
                  <a:moveTo>
                    <a:pt x="178670" y="89335"/>
                  </a:moveTo>
                  <a:cubicBezTo>
                    <a:pt x="178670" y="138673"/>
                    <a:pt x="138673" y="178670"/>
                    <a:pt x="89335" y="178670"/>
                  </a:cubicBezTo>
                  <a:cubicBezTo>
                    <a:pt x="39997" y="178670"/>
                    <a:pt x="0" y="138673"/>
                    <a:pt x="0" y="89335"/>
                  </a:cubicBezTo>
                  <a:cubicBezTo>
                    <a:pt x="0" y="39997"/>
                    <a:pt x="39997" y="0"/>
                    <a:pt x="89335" y="0"/>
                  </a:cubicBezTo>
                  <a:cubicBezTo>
                    <a:pt x="138673" y="0"/>
                    <a:pt x="178670" y="39997"/>
                    <a:pt x="178670" y="89335"/>
                  </a:cubicBezTo>
                  <a:close/>
                </a:path>
              </a:pathLst>
            </a:custGeom>
            <a:solidFill>
              <a:srgbClr val="3C914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0" name="Freeform 70"/>
            <p:cNvSpPr/>
            <p:nvPr/>
          </p:nvSpPr>
          <p:spPr>
            <a:xfrm>
              <a:off x="5504552" y="3417176"/>
              <a:ext cx="112732" cy="112732"/>
            </a:xfrm>
            <a:custGeom>
              <a:avLst/>
              <a:gdLst/>
              <a:ahLst/>
              <a:cxnLst/>
              <a:rect l="l" t="t" r="r" b="b"/>
              <a:pathLst>
                <a:path w="178669" h="178669">
                  <a:moveTo>
                    <a:pt x="178670" y="89335"/>
                  </a:moveTo>
                  <a:cubicBezTo>
                    <a:pt x="178670" y="138673"/>
                    <a:pt x="138673" y="178670"/>
                    <a:pt x="89335" y="178670"/>
                  </a:cubicBezTo>
                  <a:cubicBezTo>
                    <a:pt x="39997" y="178670"/>
                    <a:pt x="0" y="138673"/>
                    <a:pt x="0" y="89335"/>
                  </a:cubicBezTo>
                  <a:cubicBezTo>
                    <a:pt x="0" y="39997"/>
                    <a:pt x="39997" y="0"/>
                    <a:pt x="89335" y="0"/>
                  </a:cubicBezTo>
                  <a:cubicBezTo>
                    <a:pt x="138673" y="0"/>
                    <a:pt x="178670" y="39997"/>
                    <a:pt x="178670" y="89335"/>
                  </a:cubicBez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1" name="Freeform 71"/>
            <p:cNvSpPr/>
            <p:nvPr/>
          </p:nvSpPr>
          <p:spPr>
            <a:xfrm>
              <a:off x="6798040" y="2977761"/>
              <a:ext cx="1241618" cy="109958"/>
            </a:xfrm>
            <a:custGeom>
              <a:avLst/>
              <a:gdLst/>
              <a:ahLst/>
              <a:cxnLst/>
              <a:rect l="l" t="t" r="r" b="b"/>
              <a:pathLst>
                <a:path w="1967831" h="174272">
                  <a:moveTo>
                    <a:pt x="1967832" y="174273"/>
                  </a:moveTo>
                  <a:lnTo>
                    <a:pt x="0" y="174273"/>
                  </a:lnTo>
                  <a:lnTo>
                    <a:pt x="0" y="45500"/>
                  </a:lnTo>
                  <a:cubicBezTo>
                    <a:pt x="0" y="20385"/>
                    <a:pt x="20385" y="0"/>
                    <a:pt x="45500" y="0"/>
                  </a:cubicBezTo>
                  <a:lnTo>
                    <a:pt x="1922332" y="0"/>
                  </a:lnTo>
                  <a:cubicBezTo>
                    <a:pt x="1947447" y="0"/>
                    <a:pt x="1967832" y="20385"/>
                    <a:pt x="1967832" y="45500"/>
                  </a:cubicBezTo>
                  <a:lnTo>
                    <a:pt x="1967832" y="174273"/>
                  </a:ln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2" name="Freeform 72"/>
            <p:cNvSpPr/>
            <p:nvPr/>
          </p:nvSpPr>
          <p:spPr>
            <a:xfrm>
              <a:off x="7598268" y="2934424"/>
              <a:ext cx="88101" cy="88102"/>
            </a:xfrm>
            <a:custGeom>
              <a:avLst/>
              <a:gdLst/>
              <a:ahLst/>
              <a:cxnLst/>
              <a:rect l="l" t="t" r="r" b="b"/>
              <a:pathLst>
                <a:path w="139631" h="139631">
                  <a:moveTo>
                    <a:pt x="139632" y="69816"/>
                  </a:moveTo>
                  <a:cubicBezTo>
                    <a:pt x="139632" y="108374"/>
                    <a:pt x="108374" y="139632"/>
                    <a:pt x="69816" y="139632"/>
                  </a:cubicBezTo>
                  <a:cubicBezTo>
                    <a:pt x="31258" y="139632"/>
                    <a:pt x="0" y="108374"/>
                    <a:pt x="0" y="69816"/>
                  </a:cubicBezTo>
                  <a:cubicBezTo>
                    <a:pt x="0" y="31258"/>
                    <a:pt x="31258" y="0"/>
                    <a:pt x="69816" y="0"/>
                  </a:cubicBezTo>
                  <a:cubicBezTo>
                    <a:pt x="108374" y="0"/>
                    <a:pt x="139632" y="31258"/>
                    <a:pt x="139632" y="69816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3" name="Freeform 73"/>
            <p:cNvSpPr/>
            <p:nvPr/>
          </p:nvSpPr>
          <p:spPr>
            <a:xfrm>
              <a:off x="7728235" y="2934424"/>
              <a:ext cx="88101" cy="88102"/>
            </a:xfrm>
            <a:custGeom>
              <a:avLst/>
              <a:gdLst/>
              <a:ahLst/>
              <a:cxnLst/>
              <a:rect l="l" t="t" r="r" b="b"/>
              <a:pathLst>
                <a:path w="139631" h="139631">
                  <a:moveTo>
                    <a:pt x="139631" y="69816"/>
                  </a:moveTo>
                  <a:cubicBezTo>
                    <a:pt x="139631" y="108374"/>
                    <a:pt x="108374" y="139632"/>
                    <a:pt x="69816" y="139632"/>
                  </a:cubicBezTo>
                  <a:cubicBezTo>
                    <a:pt x="31257" y="139632"/>
                    <a:pt x="0" y="108374"/>
                    <a:pt x="0" y="69816"/>
                  </a:cubicBezTo>
                  <a:cubicBezTo>
                    <a:pt x="0" y="31258"/>
                    <a:pt x="31258" y="0"/>
                    <a:pt x="69816" y="0"/>
                  </a:cubicBezTo>
                  <a:cubicBezTo>
                    <a:pt x="108374" y="0"/>
                    <a:pt x="139631" y="31258"/>
                    <a:pt x="139631" y="698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4" name="Freeform 74"/>
            <p:cNvSpPr/>
            <p:nvPr/>
          </p:nvSpPr>
          <p:spPr>
            <a:xfrm>
              <a:off x="7858245" y="2934424"/>
              <a:ext cx="88101" cy="88101"/>
            </a:xfrm>
            <a:custGeom>
              <a:avLst/>
              <a:gdLst/>
              <a:ahLst/>
              <a:cxnLst/>
              <a:rect l="l" t="t" r="r" b="b"/>
              <a:pathLst>
                <a:path w="139631" h="139631">
                  <a:moveTo>
                    <a:pt x="139631" y="69816"/>
                  </a:moveTo>
                  <a:cubicBezTo>
                    <a:pt x="139631" y="108374"/>
                    <a:pt x="108374" y="139632"/>
                    <a:pt x="69816" y="139632"/>
                  </a:cubicBezTo>
                  <a:cubicBezTo>
                    <a:pt x="31257" y="139632"/>
                    <a:pt x="0" y="108374"/>
                    <a:pt x="0" y="69816"/>
                  </a:cubicBezTo>
                  <a:cubicBezTo>
                    <a:pt x="0" y="31258"/>
                    <a:pt x="31258" y="0"/>
                    <a:pt x="69816" y="0"/>
                  </a:cubicBezTo>
                  <a:cubicBezTo>
                    <a:pt x="108374" y="0"/>
                    <a:pt x="139631" y="31258"/>
                    <a:pt x="139631" y="6981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5" name="Freeform 75"/>
            <p:cNvSpPr/>
            <p:nvPr/>
          </p:nvSpPr>
          <p:spPr>
            <a:xfrm>
              <a:off x="6269558" y="3993996"/>
              <a:ext cx="169815" cy="134169"/>
            </a:xfrm>
            <a:custGeom>
              <a:avLst/>
              <a:gdLst/>
              <a:ahLst/>
              <a:cxnLst/>
              <a:rect l="l" t="t" r="r" b="b"/>
              <a:pathLst>
                <a:path w="269137" h="212644">
                  <a:moveTo>
                    <a:pt x="226835" y="212645"/>
                  </a:moveTo>
                  <a:lnTo>
                    <a:pt x="42302" y="212645"/>
                  </a:lnTo>
                  <a:cubicBezTo>
                    <a:pt x="18920" y="212645"/>
                    <a:pt x="0" y="193725"/>
                    <a:pt x="0" y="170342"/>
                  </a:cubicBezTo>
                  <a:lnTo>
                    <a:pt x="0" y="0"/>
                  </a:lnTo>
                  <a:lnTo>
                    <a:pt x="269137" y="0"/>
                  </a:lnTo>
                  <a:lnTo>
                    <a:pt x="269137" y="170342"/>
                  </a:lnTo>
                  <a:cubicBezTo>
                    <a:pt x="269204" y="193659"/>
                    <a:pt x="250218" y="212645"/>
                    <a:pt x="226835" y="212645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5802679" y="4079452"/>
              <a:ext cx="826898" cy="508770"/>
              <a:chOff x="5659962" y="3975400"/>
              <a:chExt cx="1310545" cy="80634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5659962" y="3975400"/>
                <a:ext cx="1310545" cy="741259"/>
              </a:xfrm>
              <a:custGeom>
                <a:avLst/>
                <a:gdLst/>
                <a:ahLst/>
                <a:cxnLst/>
                <a:rect l="l" t="t" r="r" b="b"/>
                <a:pathLst>
                  <a:path w="1310545" h="741259">
                    <a:moveTo>
                      <a:pt x="41859" y="0"/>
                    </a:moveTo>
                    <a:cubicBezTo>
                      <a:pt x="1267299" y="0"/>
                      <a:pt x="1267299" y="0"/>
                      <a:pt x="1267299" y="0"/>
                    </a:cubicBezTo>
                    <a:cubicBezTo>
                      <a:pt x="1294079" y="0"/>
                      <a:pt x="1313665" y="23183"/>
                      <a:pt x="1310134" y="49897"/>
                    </a:cubicBezTo>
                    <a:cubicBezTo>
                      <a:pt x="1179895" y="741260"/>
                      <a:pt x="1179895" y="741260"/>
                      <a:pt x="1179895" y="741260"/>
                    </a:cubicBezTo>
                    <a:cubicBezTo>
                      <a:pt x="115005" y="741260"/>
                      <a:pt x="115005" y="741260"/>
                      <a:pt x="115005" y="741260"/>
                    </a:cubicBezTo>
                    <a:cubicBezTo>
                      <a:pt x="822" y="49897"/>
                      <a:pt x="822" y="49897"/>
                      <a:pt x="822" y="49897"/>
                    </a:cubicBezTo>
                    <a:cubicBezTo>
                      <a:pt x="-4508" y="23116"/>
                      <a:pt x="16877" y="0"/>
                      <a:pt x="41859" y="0"/>
                    </a:cubicBezTo>
                    <a:lnTo>
                      <a:pt x="41859" y="0"/>
                    </a:lnTo>
                    <a:close/>
                  </a:path>
                </a:pathLst>
              </a:custGeom>
              <a:solidFill>
                <a:srgbClr val="DEF0F4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5775233" y="4716660"/>
                <a:ext cx="1066555" cy="65085"/>
              </a:xfrm>
              <a:custGeom>
                <a:avLst/>
                <a:gdLst/>
                <a:ahLst/>
                <a:cxnLst/>
                <a:rect l="l" t="t" r="r" b="b"/>
                <a:pathLst>
                  <a:path w="1066555" h="65085">
                    <a:moveTo>
                      <a:pt x="1023787" y="65086"/>
                    </a:moveTo>
                    <a:cubicBezTo>
                      <a:pt x="42835" y="65086"/>
                      <a:pt x="42835" y="65086"/>
                      <a:pt x="42835" y="65086"/>
                    </a:cubicBezTo>
                    <a:cubicBezTo>
                      <a:pt x="17854" y="65086"/>
                      <a:pt x="0" y="47032"/>
                      <a:pt x="0" y="217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66556" y="0"/>
                      <a:pt x="1066556" y="0"/>
                      <a:pt x="1066556" y="0"/>
                    </a:cubicBezTo>
                    <a:cubicBezTo>
                      <a:pt x="1066556" y="21717"/>
                      <a:pt x="1066556" y="21717"/>
                      <a:pt x="1066556" y="21717"/>
                    </a:cubicBezTo>
                    <a:cubicBezTo>
                      <a:pt x="1066622" y="46966"/>
                      <a:pt x="1046970" y="65086"/>
                      <a:pt x="1023787" y="65086"/>
                    </a:cubicBezTo>
                    <a:lnTo>
                      <a:pt x="1023787" y="65086"/>
                    </a:lnTo>
                    <a:close/>
                  </a:path>
                </a:pathLst>
              </a:custGeom>
              <a:solidFill>
                <a:srgbClr val="ADD3DB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79" name="Freeform 79"/>
            <p:cNvSpPr/>
            <p:nvPr/>
          </p:nvSpPr>
          <p:spPr>
            <a:xfrm>
              <a:off x="6151427" y="4256145"/>
              <a:ext cx="129377" cy="129377"/>
            </a:xfrm>
            <a:custGeom>
              <a:avLst/>
              <a:gdLst/>
              <a:ahLst/>
              <a:cxnLst/>
              <a:rect l="l" t="t" r="r" b="b"/>
              <a:pathLst>
                <a:path w="205050" h="205050">
                  <a:moveTo>
                    <a:pt x="205050" y="102525"/>
                  </a:moveTo>
                  <a:cubicBezTo>
                    <a:pt x="205050" y="159148"/>
                    <a:pt x="159148" y="205051"/>
                    <a:pt x="102525" y="205051"/>
                  </a:cubicBezTo>
                  <a:cubicBezTo>
                    <a:pt x="45902" y="205051"/>
                    <a:pt x="0" y="159148"/>
                    <a:pt x="0" y="102525"/>
                  </a:cubicBezTo>
                  <a:cubicBezTo>
                    <a:pt x="0" y="45902"/>
                    <a:pt x="45902" y="0"/>
                    <a:pt x="102525" y="0"/>
                  </a:cubicBezTo>
                  <a:cubicBezTo>
                    <a:pt x="159148" y="0"/>
                    <a:pt x="205050" y="45902"/>
                    <a:pt x="205050" y="10252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1801359" y="1943258"/>
            <a:ext cx="3073397" cy="0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3" name="Connector 3"/>
          <p:cNvCxnSpPr/>
          <p:nvPr/>
        </p:nvCxnSpPr>
        <p:spPr>
          <a:xfrm>
            <a:off x="7054918" y="1943258"/>
            <a:ext cx="3073397" cy="0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4" name="Connector 4"/>
          <p:cNvCxnSpPr/>
          <p:nvPr/>
        </p:nvCxnSpPr>
        <p:spPr>
          <a:xfrm>
            <a:off x="1819139" y="4228533"/>
            <a:ext cx="3073397" cy="0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7015548" y="4228533"/>
            <a:ext cx="3073397" cy="0"/>
          </a:xfrm>
          <a:prstGeom prst="line">
            <a:avLst/>
          </a:prstGeom>
          <a:ln w="635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1761989" y="1596256"/>
            <a:ext cx="4236652" cy="338554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Reduced Downtime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91734" y="1430440"/>
            <a:ext cx="614552" cy="614552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1182642" y="1575732"/>
            <a:ext cx="242603" cy="323469"/>
          </a:xfrm>
          <a:custGeom>
            <a:avLst/>
            <a:gdLst/>
            <a:ahLst/>
            <a:cxnLst/>
            <a:rect l="l" t="t" r="r" b="b"/>
            <a:pathLst>
              <a:path w="400050" h="533400">
                <a:moveTo>
                  <a:pt x="296523" y="621"/>
                </a:moveTo>
                <a:lnTo>
                  <a:pt x="296523" y="38721"/>
                </a:lnTo>
                <a:lnTo>
                  <a:pt x="401298" y="38721"/>
                </a:lnTo>
                <a:lnTo>
                  <a:pt x="401298" y="534021"/>
                </a:lnTo>
                <a:lnTo>
                  <a:pt x="1248" y="534021"/>
                </a:lnTo>
                <a:lnTo>
                  <a:pt x="1248" y="38721"/>
                </a:lnTo>
                <a:lnTo>
                  <a:pt x="106023" y="38721"/>
                </a:lnTo>
                <a:lnTo>
                  <a:pt x="106023" y="621"/>
                </a:lnTo>
                <a:lnTo>
                  <a:pt x="296523" y="621"/>
                </a:lnTo>
                <a:close/>
                <a:moveTo>
                  <a:pt x="106023" y="57771"/>
                </a:moveTo>
                <a:lnTo>
                  <a:pt x="20298" y="57771"/>
                </a:lnTo>
                <a:lnTo>
                  <a:pt x="20298" y="514971"/>
                </a:lnTo>
                <a:lnTo>
                  <a:pt x="382248" y="514971"/>
                </a:lnTo>
                <a:lnTo>
                  <a:pt x="382248" y="57771"/>
                </a:lnTo>
                <a:lnTo>
                  <a:pt x="296523" y="57771"/>
                </a:lnTo>
                <a:lnTo>
                  <a:pt x="296523" y="95871"/>
                </a:lnTo>
                <a:lnTo>
                  <a:pt x="106023" y="95871"/>
                </a:lnTo>
                <a:lnTo>
                  <a:pt x="106023" y="57771"/>
                </a:lnTo>
                <a:close/>
                <a:moveTo>
                  <a:pt x="201273" y="343521"/>
                </a:moveTo>
                <a:lnTo>
                  <a:pt x="201273" y="362571"/>
                </a:lnTo>
                <a:lnTo>
                  <a:pt x="86973" y="362571"/>
                </a:lnTo>
                <a:lnTo>
                  <a:pt x="86973" y="343521"/>
                </a:lnTo>
                <a:lnTo>
                  <a:pt x="201273" y="343521"/>
                </a:lnTo>
                <a:close/>
                <a:moveTo>
                  <a:pt x="315573" y="267321"/>
                </a:moveTo>
                <a:lnTo>
                  <a:pt x="315573" y="286371"/>
                </a:lnTo>
                <a:lnTo>
                  <a:pt x="86973" y="286371"/>
                </a:lnTo>
                <a:lnTo>
                  <a:pt x="86973" y="267321"/>
                </a:lnTo>
                <a:lnTo>
                  <a:pt x="315573" y="267321"/>
                </a:lnTo>
                <a:close/>
                <a:moveTo>
                  <a:pt x="315573" y="191121"/>
                </a:moveTo>
                <a:lnTo>
                  <a:pt x="315573" y="210171"/>
                </a:lnTo>
                <a:lnTo>
                  <a:pt x="86973" y="210171"/>
                </a:lnTo>
                <a:lnTo>
                  <a:pt x="86973" y="191121"/>
                </a:lnTo>
                <a:lnTo>
                  <a:pt x="315573" y="191121"/>
                </a:lnTo>
                <a:close/>
                <a:moveTo>
                  <a:pt x="277473" y="19671"/>
                </a:moveTo>
                <a:lnTo>
                  <a:pt x="125073" y="19671"/>
                </a:lnTo>
                <a:lnTo>
                  <a:pt x="125073" y="76821"/>
                </a:lnTo>
                <a:lnTo>
                  <a:pt x="277473" y="76821"/>
                </a:lnTo>
                <a:lnTo>
                  <a:pt x="277473" y="1967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744209" y="1985826"/>
            <a:ext cx="4236652" cy="381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Minimize unplanned disruptions; predictive insights enable proactive maintenance.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7015548" y="1596256"/>
            <a:ext cx="4236652" cy="338554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Optimized Schedules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5293" y="1430440"/>
            <a:ext cx="614552" cy="614552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997768" y="1985826"/>
            <a:ext cx="4236652" cy="381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Reduce costs via efficient labor and resources; schedule maintenance when and only when needed.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6417984" y="1595336"/>
            <a:ext cx="269169" cy="295051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4843" y="452963"/>
                  <a:pt x="2930" y="361237"/>
                  <a:pt x="1120" y="252367"/>
                </a:cubicBezTo>
                <a:lnTo>
                  <a:pt x="1120" y="248271"/>
                </a:ln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304777" y="489539"/>
                </a:move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lose/>
                <a:moveTo>
                  <a:pt x="248770" y="19671"/>
                </a:moveTo>
                <a:cubicBezTo>
                  <a:pt x="122564" y="19671"/>
                  <a:pt x="20170" y="122065"/>
                  <a:pt x="20170" y="248271"/>
                </a:cubicBezTo>
                <a:cubicBezTo>
                  <a:pt x="20170" y="374477"/>
                  <a:pt x="122564" y="476871"/>
                  <a:pt x="248770" y="476871"/>
                </a:cubicBezTo>
                <a:cubicBezTo>
                  <a:pt x="374976" y="476871"/>
                  <a:pt x="477370" y="374477"/>
                  <a:pt x="477370" y="248271"/>
                </a:cubicBezTo>
                <a:cubicBezTo>
                  <a:pt x="477370" y="122065"/>
                  <a:pt x="374976" y="19671"/>
                  <a:pt x="248770" y="19671"/>
                </a:cubicBezTo>
                <a:close/>
                <a:moveTo>
                  <a:pt x="248770" y="133971"/>
                </a:moveTo>
                <a:cubicBezTo>
                  <a:pt x="311921" y="133971"/>
                  <a:pt x="363070" y="185120"/>
                  <a:pt x="363070" y="248271"/>
                </a:cubicBezTo>
                <a:cubicBezTo>
                  <a:pt x="363070" y="311422"/>
                  <a:pt x="311921" y="362571"/>
                  <a:pt x="248770" y="362571"/>
                </a:cubicBezTo>
                <a:cubicBezTo>
                  <a:pt x="185619" y="362571"/>
                  <a:pt x="134470" y="311422"/>
                  <a:pt x="134470" y="248271"/>
                </a:cubicBezTo>
                <a:cubicBezTo>
                  <a:pt x="134470" y="185120"/>
                  <a:pt x="185619" y="133971"/>
                  <a:pt x="248770" y="133971"/>
                </a:cubicBezTo>
                <a:close/>
                <a:moveTo>
                  <a:pt x="248770" y="153021"/>
                </a:moveTo>
                <a:cubicBezTo>
                  <a:pt x="196192" y="153021"/>
                  <a:pt x="153520" y="195693"/>
                  <a:pt x="153520" y="248271"/>
                </a:cubicBezTo>
                <a:cubicBezTo>
                  <a:pt x="153520" y="300849"/>
                  <a:pt x="196192" y="343521"/>
                  <a:pt x="248770" y="343521"/>
                </a:cubicBezTo>
                <a:cubicBezTo>
                  <a:pt x="301348" y="343521"/>
                  <a:pt x="344020" y="300849"/>
                  <a:pt x="344020" y="248271"/>
                </a:cubicBezTo>
                <a:cubicBezTo>
                  <a:pt x="344020" y="195693"/>
                  <a:pt x="301348" y="153021"/>
                  <a:pt x="248770" y="153021"/>
                </a:cubicBezTo>
                <a:close/>
                <a:moveTo>
                  <a:pt x="367833" y="114921"/>
                </a:moveTo>
                <a:cubicBezTo>
                  <a:pt x="375738" y="114921"/>
                  <a:pt x="382120" y="121303"/>
                  <a:pt x="382120" y="129209"/>
                </a:cubicBezTo>
                <a:cubicBezTo>
                  <a:pt x="382120" y="137114"/>
                  <a:pt x="375738" y="143496"/>
                  <a:pt x="367833" y="143496"/>
                </a:cubicBezTo>
                <a:cubicBezTo>
                  <a:pt x="359927" y="143496"/>
                  <a:pt x="353545" y="137114"/>
                  <a:pt x="353545" y="129209"/>
                </a:cubicBezTo>
                <a:cubicBezTo>
                  <a:pt x="353545" y="121303"/>
                  <a:pt x="359927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779769" y="3881531"/>
            <a:ext cx="4236652" cy="338554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Extended Asset Lifespan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09514" y="3715715"/>
            <a:ext cx="614552" cy="614552"/>
          </a:xfrm>
          <a:prstGeom prst="ellipse">
            <a:avLst/>
          </a:prstGeom>
          <a:solidFill>
            <a:schemeClr val="accent2">
              <a:alpha val="80000"/>
            </a:scheme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761989" y="4271101"/>
            <a:ext cx="4236652" cy="381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Optimize usage to prolong component life; proactive care decreases depreciation.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1205942" y="3873826"/>
            <a:ext cx="248113" cy="302051"/>
          </a:xfrm>
          <a:custGeom>
            <a:avLst/>
            <a:gdLst/>
            <a:ahLst/>
            <a:cxnLst/>
            <a:rect l="l" t="t" r="r" b="b"/>
            <a:pathLst>
              <a:path w="438150" h="533400">
                <a:moveTo>
                  <a:pt x="171450" y="219075"/>
                </a:moveTo>
                <a:lnTo>
                  <a:pt x="171450" y="295275"/>
                </a:lnTo>
                <a:lnTo>
                  <a:pt x="247650" y="295275"/>
                </a:lnTo>
                <a:cubicBezTo>
                  <a:pt x="268700" y="295275"/>
                  <a:pt x="285750" y="278225"/>
                  <a:pt x="285750" y="257175"/>
                </a:cubicBezTo>
                <a:cubicBezTo>
                  <a:pt x="285750" y="236125"/>
                  <a:pt x="268700" y="219075"/>
                  <a:pt x="247650" y="219075"/>
                </a:cubicBezTo>
                <a:close/>
                <a:moveTo>
                  <a:pt x="152400" y="200025"/>
                </a:moveTo>
                <a:lnTo>
                  <a:pt x="247650" y="200025"/>
                </a:lnTo>
                <a:cubicBezTo>
                  <a:pt x="279178" y="200025"/>
                  <a:pt x="304800" y="225647"/>
                  <a:pt x="304800" y="257175"/>
                </a:cubicBezTo>
                <a:cubicBezTo>
                  <a:pt x="304800" y="288703"/>
                  <a:pt x="279178" y="314325"/>
                  <a:pt x="247650" y="314325"/>
                </a:cubicBezTo>
                <a:lnTo>
                  <a:pt x="171450" y="314325"/>
                </a:lnTo>
                <a:lnTo>
                  <a:pt x="171450" y="409575"/>
                </a:lnTo>
                <a:lnTo>
                  <a:pt x="152400" y="409575"/>
                </a:lnTo>
                <a:close/>
                <a:moveTo>
                  <a:pt x="304800" y="32480"/>
                </a:moveTo>
                <a:lnTo>
                  <a:pt x="304800" y="133350"/>
                </a:lnTo>
                <a:lnTo>
                  <a:pt x="405574" y="133350"/>
                </a:lnTo>
                <a:close/>
                <a:moveTo>
                  <a:pt x="19050" y="19050"/>
                </a:moveTo>
                <a:lnTo>
                  <a:pt x="19050" y="514350"/>
                </a:lnTo>
                <a:lnTo>
                  <a:pt x="419100" y="514350"/>
                </a:lnTo>
                <a:lnTo>
                  <a:pt x="419100" y="152400"/>
                </a:lnTo>
                <a:lnTo>
                  <a:pt x="285750" y="152400"/>
                </a:lnTo>
                <a:lnTo>
                  <a:pt x="285750" y="19050"/>
                </a:lnTo>
                <a:close/>
                <a:moveTo>
                  <a:pt x="0" y="0"/>
                </a:moveTo>
                <a:lnTo>
                  <a:pt x="299180" y="0"/>
                </a:lnTo>
                <a:lnTo>
                  <a:pt x="438150" y="138970"/>
                </a:lnTo>
                <a:lnTo>
                  <a:pt x="43815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7015548" y="3881531"/>
            <a:ext cx="4236652" cy="338554"/>
          </a:xfrm>
          <a:prstGeom prst="roundRect">
            <a:avLst>
              <a:gd name="adj" fmla="val 0"/>
            </a:avLst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Enhanced Safety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63073" y="3715715"/>
            <a:ext cx="614552" cy="614552"/>
          </a:xfrm>
          <a:prstGeom prst="ellipse">
            <a:avLst/>
          </a:prstGeom>
          <a:solidFill>
            <a:schemeClr val="accent2">
              <a:alpha val="80000"/>
            </a:scheme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7015548" y="4271101"/>
            <a:ext cx="4236652" cy="32855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s-ES" sz="1400" b="0" i="0" u="none" baseline="0">
                <a:ln/>
                <a:solidFill>
                  <a:srgbClr val="000000"/>
                </a:solidFill>
                <a:latin typeface="Arial"/>
                <a:ea typeface="Arial"/>
              </a:rPr>
              <a:t>Ensuring safety due to optimized maintenance; early detection of risks reduces workplace hazards.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429680" y="3857562"/>
            <a:ext cx="281338" cy="302051"/>
          </a:xfrm>
          <a:custGeom>
            <a:avLst/>
            <a:gdLst/>
            <a:ahLst/>
            <a:cxnLst/>
            <a:rect l="l" t="t" r="r" b="b"/>
            <a:pathLst>
              <a:path w="496823" h="533400">
                <a:moveTo>
                  <a:pt x="372973" y="621"/>
                </a:moveTo>
                <a:lnTo>
                  <a:pt x="372973" y="19671"/>
                </a:lnTo>
                <a:lnTo>
                  <a:pt x="344398" y="19671"/>
                </a:lnTo>
                <a:lnTo>
                  <a:pt x="344398" y="141877"/>
                </a:lnTo>
                <a:lnTo>
                  <a:pt x="497560" y="486301"/>
                </a:lnTo>
                <a:lnTo>
                  <a:pt x="479558" y="534021"/>
                </a:lnTo>
                <a:lnTo>
                  <a:pt x="18738" y="534021"/>
                </a:lnTo>
                <a:lnTo>
                  <a:pt x="736" y="486301"/>
                </a:lnTo>
                <a:lnTo>
                  <a:pt x="153898" y="141877"/>
                </a:lnTo>
                <a:lnTo>
                  <a:pt x="153898" y="19671"/>
                </a:lnTo>
                <a:lnTo>
                  <a:pt x="125323" y="19671"/>
                </a:lnTo>
                <a:lnTo>
                  <a:pt x="125323" y="621"/>
                </a:lnTo>
                <a:lnTo>
                  <a:pt x="372973" y="621"/>
                </a:lnTo>
                <a:close/>
                <a:moveTo>
                  <a:pt x="257530" y="416006"/>
                </a:moveTo>
                <a:lnTo>
                  <a:pt x="254672" y="418007"/>
                </a:lnTo>
                <a:cubicBezTo>
                  <a:pt x="199142" y="457345"/>
                  <a:pt x="120656" y="455535"/>
                  <a:pt x="53504" y="414578"/>
                </a:cubicBezTo>
                <a:lnTo>
                  <a:pt x="21310" y="486967"/>
                </a:lnTo>
                <a:lnTo>
                  <a:pt x="31883" y="515066"/>
                </a:lnTo>
                <a:lnTo>
                  <a:pt x="466413" y="515066"/>
                </a:lnTo>
                <a:lnTo>
                  <a:pt x="476986" y="486967"/>
                </a:lnTo>
                <a:lnTo>
                  <a:pt x="441267" y="406672"/>
                </a:lnTo>
                <a:cubicBezTo>
                  <a:pt x="379926" y="379144"/>
                  <a:pt x="307060" y="382669"/>
                  <a:pt x="257530" y="416006"/>
                </a:cubicBezTo>
                <a:close/>
                <a:moveTo>
                  <a:pt x="325348" y="19671"/>
                </a:moveTo>
                <a:lnTo>
                  <a:pt x="172948" y="19671"/>
                </a:lnTo>
                <a:lnTo>
                  <a:pt x="172948" y="145877"/>
                </a:lnTo>
                <a:lnTo>
                  <a:pt x="61315" y="396956"/>
                </a:lnTo>
                <a:cubicBezTo>
                  <a:pt x="121608" y="434771"/>
                  <a:pt x="191522" y="437342"/>
                  <a:pt x="240957" y="404291"/>
                </a:cubicBezTo>
                <a:lnTo>
                  <a:pt x="243719" y="402385"/>
                </a:lnTo>
                <a:cubicBezTo>
                  <a:pt x="294106" y="366762"/>
                  <a:pt x="366115" y="359618"/>
                  <a:pt x="430313" y="381716"/>
                </a:cubicBezTo>
                <a:lnTo>
                  <a:pt x="325348" y="145877"/>
                </a:lnTo>
                <a:lnTo>
                  <a:pt x="325348" y="19671"/>
                </a:lnTo>
                <a:close/>
                <a:moveTo>
                  <a:pt x="311060" y="248271"/>
                </a:moveTo>
                <a:cubicBezTo>
                  <a:pt x="334778" y="248271"/>
                  <a:pt x="353923" y="267416"/>
                  <a:pt x="353923" y="291134"/>
                </a:cubicBezTo>
                <a:cubicBezTo>
                  <a:pt x="353923" y="314851"/>
                  <a:pt x="334778" y="333996"/>
                  <a:pt x="311060" y="333996"/>
                </a:cubicBezTo>
                <a:cubicBezTo>
                  <a:pt x="287343" y="333996"/>
                  <a:pt x="268198" y="314851"/>
                  <a:pt x="268198" y="291134"/>
                </a:cubicBezTo>
                <a:cubicBezTo>
                  <a:pt x="268198" y="267416"/>
                  <a:pt x="287343" y="248271"/>
                  <a:pt x="311060" y="248271"/>
                </a:cubicBezTo>
                <a:close/>
                <a:moveTo>
                  <a:pt x="311060" y="267321"/>
                </a:moveTo>
                <a:cubicBezTo>
                  <a:pt x="297916" y="267321"/>
                  <a:pt x="287248" y="277989"/>
                  <a:pt x="287248" y="291134"/>
                </a:cubicBezTo>
                <a:cubicBezTo>
                  <a:pt x="287248" y="304278"/>
                  <a:pt x="297916" y="314946"/>
                  <a:pt x="311060" y="314946"/>
                </a:cubicBezTo>
                <a:cubicBezTo>
                  <a:pt x="324205" y="314946"/>
                  <a:pt x="334873" y="304278"/>
                  <a:pt x="334873" y="291134"/>
                </a:cubicBezTo>
                <a:cubicBezTo>
                  <a:pt x="334873" y="277989"/>
                  <a:pt x="324205" y="267321"/>
                  <a:pt x="311060" y="26732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Benefits of Predictive Maintenance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Project Objectives: Precision, Functionality, Trust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Defining Measurable Project Goals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089650" y="1732499"/>
            <a:ext cx="5721354" cy="3393001"/>
            <a:chOff x="1820863" y="1717676"/>
            <a:chExt cx="7481887" cy="4437063"/>
          </a:xfrm>
        </p:grpSpPr>
        <p:sp>
          <p:nvSpPr>
            <p:cNvPr id="4" name="AutoShape 4"/>
            <p:cNvSpPr/>
            <p:nvPr/>
          </p:nvSpPr>
          <p:spPr>
            <a:xfrm>
              <a:off x="1820863" y="5216526"/>
              <a:ext cx="7481887" cy="322263"/>
            </a:xfrm>
            <a:prstGeom prst="ellipse">
              <a:avLst/>
            </a:prstGeom>
            <a:solidFill>
              <a:srgbClr val="778495">
                <a:alpha val="15000"/>
              </a:srgbClr>
            </a:solidFill>
            <a:ln cap="flat" cmpd="sng">
              <a:prstDash val="solid"/>
            </a:ln>
          </p:spPr>
          <p:txBody>
            <a:bodyPr vert="horz" lIns="18000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5634038" y="3217863"/>
              <a:ext cx="738187" cy="941388"/>
            </a:xfrm>
            <a:custGeom>
              <a:avLst/>
              <a:gdLst/>
              <a:ahLst/>
              <a:cxnLst/>
              <a:rect l="l" t="t" r="r" b="b"/>
              <a:pathLst>
                <a:path w="258" h="329">
                  <a:moveTo>
                    <a:pt x="122" y="0"/>
                  </a:moveTo>
                  <a:cubicBezTo>
                    <a:pt x="122" y="0"/>
                    <a:pt x="258" y="260"/>
                    <a:pt x="148" y="295"/>
                  </a:cubicBezTo>
                  <a:cubicBezTo>
                    <a:pt x="37" y="329"/>
                    <a:pt x="0" y="254"/>
                    <a:pt x="0" y="254"/>
                  </a:cubicBezTo>
                  <a:cubicBezTo>
                    <a:pt x="3" y="33"/>
                    <a:pt x="3" y="33"/>
                    <a:pt x="3" y="33"/>
                  </a:cubicBezTo>
                  <a:lnTo>
                    <a:pt x="122" y="0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2757488" y="5035551"/>
              <a:ext cx="5373687" cy="260350"/>
            </a:xfrm>
            <a:custGeom>
              <a:avLst/>
              <a:gdLst/>
              <a:ahLst/>
              <a:cxnLst/>
              <a:rect l="l" t="t" r="r" b="b"/>
              <a:pathLst>
                <a:path w="1881" h="91">
                  <a:moveTo>
                    <a:pt x="1835" y="91"/>
                  </a:moveTo>
                  <a:cubicBezTo>
                    <a:pt x="46" y="91"/>
                    <a:pt x="46" y="91"/>
                    <a:pt x="46" y="91"/>
                  </a:cubicBezTo>
                  <a:cubicBezTo>
                    <a:pt x="20" y="91"/>
                    <a:pt x="0" y="71"/>
                    <a:pt x="0" y="46"/>
                  </a:cubicBezTo>
                  <a:cubicBezTo>
                    <a:pt x="0" y="20"/>
                    <a:pt x="20" y="0"/>
                    <a:pt x="46" y="0"/>
                  </a:cubicBezTo>
                  <a:cubicBezTo>
                    <a:pt x="1835" y="0"/>
                    <a:pt x="1835" y="0"/>
                    <a:pt x="1835" y="0"/>
                  </a:cubicBezTo>
                  <a:cubicBezTo>
                    <a:pt x="1860" y="0"/>
                    <a:pt x="1881" y="20"/>
                    <a:pt x="1881" y="46"/>
                  </a:cubicBezTo>
                  <a:cubicBezTo>
                    <a:pt x="1881" y="71"/>
                    <a:pt x="1860" y="91"/>
                    <a:pt x="1835" y="91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7127875" y="3014663"/>
              <a:ext cx="1714500" cy="1433513"/>
            </a:xfrm>
            <a:custGeom>
              <a:avLst/>
              <a:gdLst/>
              <a:ahLst/>
              <a:cxnLst/>
              <a:rect l="l" t="t" r="r" b="b"/>
              <a:pathLst>
                <a:path w="600" h="501">
                  <a:moveTo>
                    <a:pt x="252" y="493"/>
                  </a:moveTo>
                  <a:cubicBezTo>
                    <a:pt x="252" y="493"/>
                    <a:pt x="0" y="190"/>
                    <a:pt x="26" y="176"/>
                  </a:cubicBezTo>
                  <a:cubicBezTo>
                    <a:pt x="51" y="162"/>
                    <a:pt x="152" y="295"/>
                    <a:pt x="152" y="295"/>
                  </a:cubicBezTo>
                  <a:cubicBezTo>
                    <a:pt x="152" y="295"/>
                    <a:pt x="38" y="74"/>
                    <a:pt x="56" y="65"/>
                  </a:cubicBezTo>
                  <a:cubicBezTo>
                    <a:pt x="74" y="56"/>
                    <a:pt x="265" y="419"/>
                    <a:pt x="265" y="419"/>
                  </a:cubicBezTo>
                  <a:cubicBezTo>
                    <a:pt x="265" y="419"/>
                    <a:pt x="207" y="14"/>
                    <a:pt x="228" y="7"/>
                  </a:cubicBezTo>
                  <a:cubicBezTo>
                    <a:pt x="250" y="0"/>
                    <a:pt x="314" y="411"/>
                    <a:pt x="314" y="411"/>
                  </a:cubicBezTo>
                  <a:cubicBezTo>
                    <a:pt x="314" y="411"/>
                    <a:pt x="365" y="80"/>
                    <a:pt x="389" y="98"/>
                  </a:cubicBezTo>
                  <a:cubicBezTo>
                    <a:pt x="414" y="115"/>
                    <a:pt x="366" y="404"/>
                    <a:pt x="366" y="404"/>
                  </a:cubicBezTo>
                  <a:cubicBezTo>
                    <a:pt x="366" y="404"/>
                    <a:pt x="473" y="167"/>
                    <a:pt x="469" y="203"/>
                  </a:cubicBezTo>
                  <a:cubicBezTo>
                    <a:pt x="465" y="238"/>
                    <a:pt x="423" y="412"/>
                    <a:pt x="423" y="412"/>
                  </a:cubicBezTo>
                  <a:cubicBezTo>
                    <a:pt x="423" y="412"/>
                    <a:pt x="600" y="110"/>
                    <a:pt x="595" y="160"/>
                  </a:cubicBezTo>
                  <a:cubicBezTo>
                    <a:pt x="590" y="209"/>
                    <a:pt x="434" y="501"/>
                    <a:pt x="434" y="501"/>
                  </a:cubicBezTo>
                  <a:lnTo>
                    <a:pt x="252" y="493"/>
                  </a:lnTo>
                  <a:close/>
                </a:path>
              </a:pathLst>
            </a:custGeom>
            <a:solidFill>
              <a:srgbClr val="83997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7562850" y="4327526"/>
              <a:ext cx="900112" cy="985838"/>
            </a:xfrm>
            <a:custGeom>
              <a:avLst/>
              <a:gdLst/>
              <a:ahLst/>
              <a:cxnLst/>
              <a:rect l="l" t="t" r="r" b="b"/>
              <a:pathLst>
                <a:path w="315" h="345">
                  <a:moveTo>
                    <a:pt x="58" y="345"/>
                  </a:moveTo>
                  <a:cubicBezTo>
                    <a:pt x="265" y="342"/>
                    <a:pt x="265" y="342"/>
                    <a:pt x="265" y="342"/>
                  </a:cubicBezTo>
                  <a:cubicBezTo>
                    <a:pt x="276" y="342"/>
                    <a:pt x="285" y="334"/>
                    <a:pt x="286" y="324"/>
                  </a:cubicBezTo>
                  <a:cubicBezTo>
                    <a:pt x="314" y="23"/>
                    <a:pt x="314" y="23"/>
                    <a:pt x="314" y="23"/>
                  </a:cubicBezTo>
                  <a:cubicBezTo>
                    <a:pt x="315" y="10"/>
                    <a:pt x="305" y="0"/>
                    <a:pt x="292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10" y="4"/>
                    <a:pt x="0" y="14"/>
                    <a:pt x="1" y="26"/>
                  </a:cubicBezTo>
                  <a:cubicBezTo>
                    <a:pt x="36" y="327"/>
                    <a:pt x="36" y="327"/>
                    <a:pt x="36" y="327"/>
                  </a:cubicBezTo>
                  <a:cubicBezTo>
                    <a:pt x="38" y="337"/>
                    <a:pt x="47" y="345"/>
                    <a:pt x="58" y="345"/>
                  </a:cubicBezTo>
                  <a:close/>
                </a:path>
              </a:pathLst>
            </a:custGeom>
            <a:solidFill>
              <a:srgbClr val="EA983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7691438" y="4327526"/>
              <a:ext cx="903287" cy="985838"/>
            </a:xfrm>
            <a:custGeom>
              <a:avLst/>
              <a:gdLst/>
              <a:ahLst/>
              <a:cxnLst/>
              <a:rect l="l" t="t" r="r" b="b"/>
              <a:pathLst>
                <a:path w="316" h="345">
                  <a:moveTo>
                    <a:pt x="59" y="344"/>
                  </a:moveTo>
                  <a:cubicBezTo>
                    <a:pt x="266" y="342"/>
                    <a:pt x="266" y="342"/>
                    <a:pt x="266" y="342"/>
                  </a:cubicBezTo>
                  <a:cubicBezTo>
                    <a:pt x="277" y="342"/>
                    <a:pt x="286" y="334"/>
                    <a:pt x="287" y="323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6" y="10"/>
                    <a:pt x="306" y="0"/>
                    <a:pt x="293" y="0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0" y="3"/>
                    <a:pt x="0" y="14"/>
                    <a:pt x="2" y="26"/>
                  </a:cubicBezTo>
                  <a:cubicBezTo>
                    <a:pt x="37" y="326"/>
                    <a:pt x="37" y="326"/>
                    <a:pt x="37" y="326"/>
                  </a:cubicBezTo>
                  <a:cubicBezTo>
                    <a:pt x="38" y="337"/>
                    <a:pt x="48" y="345"/>
                    <a:pt x="59" y="344"/>
                  </a:cubicBez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043488" y="3975101"/>
              <a:ext cx="574675" cy="1112838"/>
            </a:xfrm>
            <a:custGeom>
              <a:avLst/>
              <a:gdLst/>
              <a:ahLst/>
              <a:cxnLst/>
              <a:rect l="l" t="t" r="r" b="b"/>
              <a:pathLst>
                <a:path w="362" h="701">
                  <a:moveTo>
                    <a:pt x="324" y="701"/>
                  </a:moveTo>
                  <a:lnTo>
                    <a:pt x="3" y="701"/>
                  </a:lnTo>
                  <a:lnTo>
                    <a:pt x="0" y="0"/>
                  </a:lnTo>
                  <a:lnTo>
                    <a:pt x="362" y="0"/>
                  </a:lnTo>
                  <a:lnTo>
                    <a:pt x="324" y="701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297238" y="3975101"/>
              <a:ext cx="1968500" cy="1538288"/>
            </a:xfrm>
            <a:custGeom>
              <a:avLst/>
              <a:gdLst/>
              <a:ahLst/>
              <a:cxnLst/>
              <a:rect l="l" t="t" r="r" b="b"/>
              <a:pathLst>
                <a:path w="689" h="538">
                  <a:moveTo>
                    <a:pt x="460" y="57"/>
                  </a:moveTo>
                  <a:cubicBezTo>
                    <a:pt x="460" y="57"/>
                    <a:pt x="48" y="166"/>
                    <a:pt x="24" y="323"/>
                  </a:cubicBezTo>
                  <a:cubicBezTo>
                    <a:pt x="0" y="481"/>
                    <a:pt x="273" y="519"/>
                    <a:pt x="411" y="528"/>
                  </a:cubicBezTo>
                  <a:cubicBezTo>
                    <a:pt x="550" y="538"/>
                    <a:pt x="611" y="478"/>
                    <a:pt x="611" y="478"/>
                  </a:cubicBezTo>
                  <a:cubicBezTo>
                    <a:pt x="689" y="0"/>
                    <a:pt x="689" y="0"/>
                    <a:pt x="689" y="0"/>
                  </a:cubicBezTo>
                  <a:lnTo>
                    <a:pt x="460" y="5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86388" y="3975101"/>
              <a:ext cx="1968500" cy="1538288"/>
            </a:xfrm>
            <a:custGeom>
              <a:avLst/>
              <a:gdLst/>
              <a:ahLst/>
              <a:cxnLst/>
              <a:rect l="l" t="t" r="r" b="b"/>
              <a:pathLst>
                <a:path w="689" h="538">
                  <a:moveTo>
                    <a:pt x="229" y="57"/>
                  </a:moveTo>
                  <a:cubicBezTo>
                    <a:pt x="229" y="57"/>
                    <a:pt x="641" y="166"/>
                    <a:pt x="665" y="323"/>
                  </a:cubicBezTo>
                  <a:cubicBezTo>
                    <a:pt x="689" y="481"/>
                    <a:pt x="386" y="519"/>
                    <a:pt x="248" y="528"/>
                  </a:cubicBezTo>
                  <a:cubicBezTo>
                    <a:pt x="110" y="538"/>
                    <a:pt x="93" y="465"/>
                    <a:pt x="93" y="46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9" y="5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471988" y="2532063"/>
              <a:ext cx="1387475" cy="1670050"/>
            </a:xfrm>
            <a:custGeom>
              <a:avLst/>
              <a:gdLst/>
              <a:ahLst/>
              <a:cxnLst/>
              <a:rect l="l" t="t" r="r" b="b"/>
              <a:pathLst>
                <a:path w="486" h="584">
                  <a:moveTo>
                    <a:pt x="486" y="547"/>
                  </a:moveTo>
                  <a:cubicBezTo>
                    <a:pt x="486" y="547"/>
                    <a:pt x="465" y="80"/>
                    <a:pt x="361" y="42"/>
                  </a:cubicBezTo>
                  <a:cubicBezTo>
                    <a:pt x="248" y="0"/>
                    <a:pt x="72" y="27"/>
                    <a:pt x="36" y="92"/>
                  </a:cubicBezTo>
                  <a:cubicBezTo>
                    <a:pt x="0" y="157"/>
                    <a:pt x="68" y="558"/>
                    <a:pt x="68" y="558"/>
                  </a:cubicBezTo>
                  <a:cubicBezTo>
                    <a:pt x="68" y="558"/>
                    <a:pt x="292" y="584"/>
                    <a:pt x="486" y="547"/>
                  </a:cubicBez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968875" y="2424113"/>
              <a:ext cx="303212" cy="347663"/>
            </a:xfrm>
            <a:custGeom>
              <a:avLst/>
              <a:gdLst/>
              <a:ahLst/>
              <a:cxnLst/>
              <a:rect l="l" t="t" r="r" b="b"/>
              <a:pathLst>
                <a:path w="106" h="122">
                  <a:moveTo>
                    <a:pt x="8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6" y="108"/>
                    <a:pt x="53" y="116"/>
                  </a:cubicBezTo>
                  <a:cubicBezTo>
                    <a:pt x="88" y="122"/>
                    <a:pt x="106" y="113"/>
                    <a:pt x="106" y="113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105" y="32"/>
                    <a:pt x="105" y="32"/>
                    <a:pt x="105" y="32"/>
                  </a:cubicBezTo>
                  <a:cubicBezTo>
                    <a:pt x="22" y="5"/>
                    <a:pt x="22" y="5"/>
                    <a:pt x="22" y="5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032375" y="2438401"/>
              <a:ext cx="236537" cy="190500"/>
            </a:xfrm>
            <a:custGeom>
              <a:avLst/>
              <a:gdLst/>
              <a:ahLst/>
              <a:cxnLst/>
              <a:rect l="l" t="t" r="r" b="b"/>
              <a:pathLst>
                <a:path w="83" h="67">
                  <a:moveTo>
                    <a:pt x="0" y="0"/>
                  </a:moveTo>
                  <a:cubicBezTo>
                    <a:pt x="0" y="2"/>
                    <a:pt x="0" y="4"/>
                    <a:pt x="1" y="8"/>
                  </a:cubicBezTo>
                  <a:cubicBezTo>
                    <a:pt x="15" y="49"/>
                    <a:pt x="63" y="63"/>
                    <a:pt x="83" y="67"/>
                  </a:cubicBezTo>
                  <a:cubicBezTo>
                    <a:pt x="83" y="27"/>
                    <a:pt x="83" y="27"/>
                    <a:pt x="83" y="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814888" y="1717676"/>
              <a:ext cx="647700" cy="889000"/>
            </a:xfrm>
            <a:custGeom>
              <a:avLst/>
              <a:gdLst/>
              <a:ahLst/>
              <a:cxnLst/>
              <a:rect l="l" t="t" r="r" b="b"/>
              <a:pathLst>
                <a:path w="227" h="311">
                  <a:moveTo>
                    <a:pt x="195" y="97"/>
                  </a:moveTo>
                  <a:cubicBezTo>
                    <a:pt x="195" y="97"/>
                    <a:pt x="227" y="202"/>
                    <a:pt x="205" y="257"/>
                  </a:cubicBezTo>
                  <a:cubicBezTo>
                    <a:pt x="182" y="311"/>
                    <a:pt x="132" y="296"/>
                    <a:pt x="103" y="282"/>
                  </a:cubicBezTo>
                  <a:cubicBezTo>
                    <a:pt x="74" y="267"/>
                    <a:pt x="62" y="247"/>
                    <a:pt x="62" y="247"/>
                  </a:cubicBezTo>
                  <a:cubicBezTo>
                    <a:pt x="62" y="247"/>
                    <a:pt x="32" y="253"/>
                    <a:pt x="16" y="225"/>
                  </a:cubicBezTo>
                  <a:cubicBezTo>
                    <a:pt x="0" y="196"/>
                    <a:pt x="15" y="167"/>
                    <a:pt x="32" y="162"/>
                  </a:cubicBezTo>
                  <a:cubicBezTo>
                    <a:pt x="49" y="156"/>
                    <a:pt x="68" y="170"/>
                    <a:pt x="68" y="17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137" y="0"/>
                    <a:pt x="195" y="97"/>
                  </a:cubicBez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5297488" y="2217738"/>
              <a:ext cx="53975" cy="139700"/>
            </a:xfrm>
            <a:custGeom>
              <a:avLst/>
              <a:gdLst/>
              <a:ahLst/>
              <a:cxnLst/>
              <a:rect l="l" t="t" r="r" b="b"/>
              <a:pathLst>
                <a:path w="19" h="49">
                  <a:moveTo>
                    <a:pt x="7" y="49"/>
                  </a:moveTo>
                  <a:cubicBezTo>
                    <a:pt x="6" y="49"/>
                    <a:pt x="6" y="49"/>
                    <a:pt x="6" y="49"/>
                  </a:cubicBezTo>
                  <a:cubicBezTo>
                    <a:pt x="4" y="48"/>
                    <a:pt x="3" y="46"/>
                    <a:pt x="4" y="44"/>
                  </a:cubicBezTo>
                  <a:cubicBezTo>
                    <a:pt x="12" y="27"/>
                    <a:pt x="1" y="5"/>
                    <a:pt x="0" y="5"/>
                  </a:cubicBezTo>
                  <a:cubicBezTo>
                    <a:pt x="0" y="3"/>
                    <a:pt x="0" y="1"/>
                    <a:pt x="2" y="0"/>
                  </a:cubicBezTo>
                  <a:cubicBezTo>
                    <a:pt x="3" y="0"/>
                    <a:pt x="5" y="0"/>
                    <a:pt x="6" y="2"/>
                  </a:cubicBezTo>
                  <a:cubicBezTo>
                    <a:pt x="7" y="3"/>
                    <a:pt x="19" y="26"/>
                    <a:pt x="10" y="47"/>
                  </a:cubicBezTo>
                  <a:cubicBezTo>
                    <a:pt x="9" y="48"/>
                    <a:pt x="8" y="49"/>
                    <a:pt x="7" y="49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903788" y="2225676"/>
              <a:ext cx="87312" cy="112713"/>
            </a:xfrm>
            <a:custGeom>
              <a:avLst/>
              <a:gdLst/>
              <a:ahLst/>
              <a:cxnLst/>
              <a:rect l="l" t="t" r="r" b="b"/>
              <a:pathLst>
                <a:path w="31" h="39">
                  <a:moveTo>
                    <a:pt x="27" y="39"/>
                  </a:moveTo>
                  <a:cubicBezTo>
                    <a:pt x="26" y="39"/>
                    <a:pt x="25" y="38"/>
                    <a:pt x="24" y="37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5" y="0"/>
                    <a:pt x="6" y="2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1" y="35"/>
                    <a:pt x="30" y="37"/>
                    <a:pt x="29" y="38"/>
                  </a:cubicBezTo>
                  <a:cubicBezTo>
                    <a:pt x="28" y="39"/>
                    <a:pt x="28" y="39"/>
                    <a:pt x="27" y="39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891088" y="2286001"/>
              <a:ext cx="74612" cy="20638"/>
            </a:xfrm>
            <a:custGeom>
              <a:avLst/>
              <a:gdLst/>
              <a:ahLst/>
              <a:cxnLst/>
              <a:rect l="l" t="t" r="r" b="b"/>
              <a:pathLst>
                <a:path w="26" h="7">
                  <a:moveTo>
                    <a:pt x="3" y="7"/>
                  </a:moveTo>
                  <a:cubicBezTo>
                    <a:pt x="1" y="7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4" y="0"/>
                    <a:pt x="25" y="1"/>
                    <a:pt x="26" y="3"/>
                  </a:cubicBezTo>
                  <a:cubicBezTo>
                    <a:pt x="26" y="5"/>
                    <a:pt x="24" y="6"/>
                    <a:pt x="22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4832350" y="1725613"/>
              <a:ext cx="722312" cy="500063"/>
            </a:xfrm>
            <a:custGeom>
              <a:avLst/>
              <a:gdLst/>
              <a:ahLst/>
              <a:cxnLst/>
              <a:rect l="l" t="t" r="r" b="b"/>
              <a:pathLst>
                <a:path w="253" h="175">
                  <a:moveTo>
                    <a:pt x="62" y="167"/>
                  </a:moveTo>
                  <a:cubicBezTo>
                    <a:pt x="62" y="167"/>
                    <a:pt x="71" y="175"/>
                    <a:pt x="80" y="165"/>
                  </a:cubicBezTo>
                  <a:cubicBezTo>
                    <a:pt x="89" y="154"/>
                    <a:pt x="77" y="117"/>
                    <a:pt x="77" y="117"/>
                  </a:cubicBezTo>
                  <a:cubicBezTo>
                    <a:pt x="77" y="117"/>
                    <a:pt x="107" y="128"/>
                    <a:pt x="127" y="120"/>
                  </a:cubicBezTo>
                  <a:cubicBezTo>
                    <a:pt x="147" y="112"/>
                    <a:pt x="160" y="85"/>
                    <a:pt x="160" y="85"/>
                  </a:cubicBezTo>
                  <a:cubicBezTo>
                    <a:pt x="160" y="85"/>
                    <a:pt x="220" y="122"/>
                    <a:pt x="232" y="79"/>
                  </a:cubicBezTo>
                  <a:cubicBezTo>
                    <a:pt x="253" y="11"/>
                    <a:pt x="159" y="27"/>
                    <a:pt x="159" y="27"/>
                  </a:cubicBezTo>
                  <a:cubicBezTo>
                    <a:pt x="159" y="27"/>
                    <a:pt x="157" y="0"/>
                    <a:pt x="98" y="14"/>
                  </a:cubicBezTo>
                  <a:cubicBezTo>
                    <a:pt x="45" y="26"/>
                    <a:pt x="40" y="90"/>
                    <a:pt x="40" y="90"/>
                  </a:cubicBezTo>
                  <a:cubicBezTo>
                    <a:pt x="40" y="90"/>
                    <a:pt x="20" y="77"/>
                    <a:pt x="10" y="110"/>
                  </a:cubicBezTo>
                  <a:cubicBezTo>
                    <a:pt x="0" y="142"/>
                    <a:pt x="16" y="165"/>
                    <a:pt x="16" y="165"/>
                  </a:cubicBezTo>
                  <a:cubicBezTo>
                    <a:pt x="16" y="165"/>
                    <a:pt x="40" y="154"/>
                    <a:pt x="62" y="16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5154613" y="2078038"/>
              <a:ext cx="82550" cy="47625"/>
            </a:xfrm>
            <a:custGeom>
              <a:avLst/>
              <a:gdLst/>
              <a:ahLst/>
              <a:cxnLst/>
              <a:rect l="l" t="t" r="r" b="b"/>
              <a:pathLst>
                <a:path w="29" h="17">
                  <a:moveTo>
                    <a:pt x="3" y="17"/>
                  </a:moveTo>
                  <a:cubicBezTo>
                    <a:pt x="3" y="17"/>
                    <a:pt x="2" y="17"/>
                    <a:pt x="1" y="17"/>
                  </a:cubicBezTo>
                  <a:cubicBezTo>
                    <a:pt x="0" y="16"/>
                    <a:pt x="0" y="14"/>
                    <a:pt x="1" y="12"/>
                  </a:cubicBezTo>
                  <a:cubicBezTo>
                    <a:pt x="9" y="0"/>
                    <a:pt x="25" y="5"/>
                    <a:pt x="26" y="6"/>
                  </a:cubicBezTo>
                  <a:cubicBezTo>
                    <a:pt x="28" y="6"/>
                    <a:pt x="29" y="8"/>
                    <a:pt x="28" y="10"/>
                  </a:cubicBezTo>
                  <a:cubicBezTo>
                    <a:pt x="27" y="11"/>
                    <a:pt x="26" y="12"/>
                    <a:pt x="24" y="12"/>
                  </a:cubicBezTo>
                  <a:cubicBezTo>
                    <a:pt x="23" y="12"/>
                    <a:pt x="12" y="8"/>
                    <a:pt x="6" y="16"/>
                  </a:cubicBezTo>
                  <a:cubicBezTo>
                    <a:pt x="5" y="17"/>
                    <a:pt x="4" y="17"/>
                    <a:pt x="3" y="1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11775" y="2079626"/>
              <a:ext cx="85725" cy="41275"/>
            </a:xfrm>
            <a:custGeom>
              <a:avLst/>
              <a:gdLst/>
              <a:ahLst/>
              <a:cxnLst/>
              <a:rect l="l" t="t" r="r" b="b"/>
              <a:pathLst>
                <a:path w="30" h="14">
                  <a:moveTo>
                    <a:pt x="27" y="14"/>
                  </a:moveTo>
                  <a:cubicBezTo>
                    <a:pt x="26" y="14"/>
                    <a:pt x="25" y="14"/>
                    <a:pt x="24" y="13"/>
                  </a:cubicBezTo>
                  <a:cubicBezTo>
                    <a:pt x="23" y="11"/>
                    <a:pt x="18" y="7"/>
                    <a:pt x="13" y="7"/>
                  </a:cubicBezTo>
                  <a:cubicBezTo>
                    <a:pt x="10" y="7"/>
                    <a:pt x="8" y="8"/>
                    <a:pt x="6" y="10"/>
                  </a:cubicBezTo>
                  <a:cubicBezTo>
                    <a:pt x="5" y="12"/>
                    <a:pt x="3" y="12"/>
                    <a:pt x="1" y="11"/>
                  </a:cubicBezTo>
                  <a:cubicBezTo>
                    <a:pt x="0" y="9"/>
                    <a:pt x="0" y="7"/>
                    <a:pt x="1" y="6"/>
                  </a:cubicBezTo>
                  <a:cubicBezTo>
                    <a:pt x="4" y="2"/>
                    <a:pt x="8" y="0"/>
                    <a:pt x="13" y="0"/>
                  </a:cubicBezTo>
                  <a:cubicBezTo>
                    <a:pt x="21" y="0"/>
                    <a:pt x="29" y="9"/>
                    <a:pt x="29" y="9"/>
                  </a:cubicBezTo>
                  <a:cubicBezTo>
                    <a:pt x="30" y="10"/>
                    <a:pt x="30" y="12"/>
                    <a:pt x="29" y="13"/>
                  </a:cubicBezTo>
                  <a:cubicBezTo>
                    <a:pt x="28" y="14"/>
                    <a:pt x="27" y="14"/>
                    <a:pt x="27" y="1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503863" y="2652713"/>
              <a:ext cx="598487" cy="1065213"/>
            </a:xfrm>
            <a:custGeom>
              <a:avLst/>
              <a:gdLst/>
              <a:ahLst/>
              <a:cxnLst/>
              <a:rect l="l" t="t" r="r" b="b"/>
              <a:pathLst>
                <a:path w="210" h="373">
                  <a:moveTo>
                    <a:pt x="210" y="252"/>
                  </a:moveTo>
                  <a:cubicBezTo>
                    <a:pt x="210" y="252"/>
                    <a:pt x="158" y="278"/>
                    <a:pt x="103" y="324"/>
                  </a:cubicBezTo>
                  <a:cubicBezTo>
                    <a:pt x="44" y="373"/>
                    <a:pt x="0" y="0"/>
                    <a:pt x="0" y="0"/>
                  </a:cubicBezTo>
                  <a:cubicBezTo>
                    <a:pt x="0" y="0"/>
                    <a:pt x="125" y="54"/>
                    <a:pt x="210" y="252"/>
                  </a:cubicBez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5737225" y="3060701"/>
              <a:ext cx="82550" cy="503238"/>
            </a:xfrm>
            <a:custGeom>
              <a:avLst/>
              <a:gdLst/>
              <a:ahLst/>
              <a:cxnLst/>
              <a:rect l="l" t="t" r="r" b="b"/>
              <a:pathLst>
                <a:path w="29" h="176">
                  <a:moveTo>
                    <a:pt x="26" y="176"/>
                  </a:moveTo>
                  <a:cubicBezTo>
                    <a:pt x="24" y="176"/>
                    <a:pt x="23" y="174"/>
                    <a:pt x="23" y="173"/>
                  </a:cubicBezTo>
                  <a:cubicBezTo>
                    <a:pt x="20" y="108"/>
                    <a:pt x="0" y="5"/>
                    <a:pt x="0" y="4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6" y="4"/>
                    <a:pt x="27" y="107"/>
                    <a:pt x="29" y="172"/>
                  </a:cubicBezTo>
                  <a:cubicBezTo>
                    <a:pt x="29" y="174"/>
                    <a:pt x="28" y="176"/>
                    <a:pt x="26" y="176"/>
                  </a:cubicBezTo>
                  <a:cubicBezTo>
                    <a:pt x="26" y="176"/>
                    <a:pt x="26" y="176"/>
                    <a:pt x="26" y="17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940300" y="2640013"/>
              <a:ext cx="368300" cy="138113"/>
            </a:xfrm>
            <a:custGeom>
              <a:avLst/>
              <a:gdLst/>
              <a:ahLst/>
              <a:cxnLst/>
              <a:rect l="l" t="t" r="r" b="b"/>
              <a:pathLst>
                <a:path w="129" h="48">
                  <a:moveTo>
                    <a:pt x="84" y="47"/>
                  </a:moveTo>
                  <a:cubicBezTo>
                    <a:pt x="75" y="47"/>
                    <a:pt x="65" y="46"/>
                    <a:pt x="53" y="43"/>
                  </a:cubicBezTo>
                  <a:cubicBezTo>
                    <a:pt x="8" y="33"/>
                    <a:pt x="0" y="6"/>
                    <a:pt x="0" y="5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7" y="4"/>
                    <a:pt x="14" y="27"/>
                    <a:pt x="54" y="37"/>
                  </a:cubicBezTo>
                  <a:cubicBezTo>
                    <a:pt x="102" y="48"/>
                    <a:pt x="123" y="30"/>
                    <a:pt x="124" y="30"/>
                  </a:cubicBezTo>
                  <a:cubicBezTo>
                    <a:pt x="125" y="29"/>
                    <a:pt x="127" y="29"/>
                    <a:pt x="128" y="30"/>
                  </a:cubicBezTo>
                  <a:cubicBezTo>
                    <a:pt x="129" y="31"/>
                    <a:pt x="129" y="34"/>
                    <a:pt x="128" y="35"/>
                  </a:cubicBezTo>
                  <a:cubicBezTo>
                    <a:pt x="127" y="35"/>
                    <a:pt x="113" y="47"/>
                    <a:pt x="84" y="4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180013" y="2374901"/>
              <a:ext cx="80962" cy="65088"/>
            </a:xfrm>
            <a:custGeom>
              <a:avLst/>
              <a:gdLst/>
              <a:ahLst/>
              <a:cxnLst/>
              <a:rect l="l" t="t" r="r" b="b"/>
              <a:pathLst>
                <a:path w="28" h="23">
                  <a:moveTo>
                    <a:pt x="25" y="23"/>
                  </a:moveTo>
                  <a:cubicBezTo>
                    <a:pt x="24" y="23"/>
                    <a:pt x="24" y="23"/>
                    <a:pt x="24" y="23"/>
                  </a:cubicBezTo>
                  <a:cubicBezTo>
                    <a:pt x="23" y="23"/>
                    <a:pt x="7" y="18"/>
                    <a:pt x="1" y="5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4" y="0"/>
                    <a:pt x="6" y="1"/>
                    <a:pt x="7" y="2"/>
                  </a:cubicBezTo>
                  <a:cubicBezTo>
                    <a:pt x="12" y="13"/>
                    <a:pt x="26" y="17"/>
                    <a:pt x="26" y="17"/>
                  </a:cubicBezTo>
                  <a:cubicBezTo>
                    <a:pt x="27" y="17"/>
                    <a:pt x="28" y="19"/>
                    <a:pt x="28" y="21"/>
                  </a:cubicBezTo>
                  <a:cubicBezTo>
                    <a:pt x="27" y="22"/>
                    <a:pt x="26" y="23"/>
                    <a:pt x="25" y="23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557713" y="4876801"/>
              <a:ext cx="736600" cy="1277938"/>
            </a:xfrm>
            <a:custGeom>
              <a:avLst/>
              <a:gdLst/>
              <a:ahLst/>
              <a:cxnLst/>
              <a:rect l="l" t="t" r="r" b="b"/>
              <a:pathLst>
                <a:path w="258" h="447">
                  <a:moveTo>
                    <a:pt x="0" y="159"/>
                  </a:moveTo>
                  <a:cubicBezTo>
                    <a:pt x="0" y="159"/>
                    <a:pt x="88" y="223"/>
                    <a:pt x="90" y="231"/>
                  </a:cubicBezTo>
                  <a:cubicBezTo>
                    <a:pt x="92" y="239"/>
                    <a:pt x="127" y="407"/>
                    <a:pt x="152" y="427"/>
                  </a:cubicBezTo>
                  <a:cubicBezTo>
                    <a:pt x="178" y="447"/>
                    <a:pt x="201" y="434"/>
                    <a:pt x="201" y="434"/>
                  </a:cubicBezTo>
                  <a:cubicBezTo>
                    <a:pt x="201" y="434"/>
                    <a:pt x="258" y="59"/>
                    <a:pt x="253" y="46"/>
                  </a:cubicBezTo>
                  <a:cubicBezTo>
                    <a:pt x="248" y="32"/>
                    <a:pt x="88" y="0"/>
                    <a:pt x="88" y="0"/>
                  </a:cubicBezTo>
                  <a:lnTo>
                    <a:pt x="0" y="159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094288" y="4973638"/>
              <a:ext cx="274637" cy="1174750"/>
            </a:xfrm>
            <a:custGeom>
              <a:avLst/>
              <a:gdLst/>
              <a:ahLst/>
              <a:cxnLst/>
              <a:rect l="l" t="t" r="r" b="b"/>
              <a:pathLst>
                <a:path w="173" h="740">
                  <a:moveTo>
                    <a:pt x="0" y="727"/>
                  </a:moveTo>
                  <a:lnTo>
                    <a:pt x="74" y="0"/>
                  </a:lnTo>
                  <a:lnTo>
                    <a:pt x="173" y="16"/>
                  </a:lnTo>
                  <a:lnTo>
                    <a:pt x="81" y="740"/>
                  </a:lnTo>
                  <a:lnTo>
                    <a:pt x="0" y="7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857750" y="5680076"/>
              <a:ext cx="300037" cy="204788"/>
            </a:xfrm>
            <a:custGeom>
              <a:avLst/>
              <a:gdLst/>
              <a:ahLst/>
              <a:cxnLst/>
              <a:rect l="l" t="t" r="r" b="b"/>
              <a:pathLst>
                <a:path w="189" h="129">
                  <a:moveTo>
                    <a:pt x="29" y="129"/>
                  </a:moveTo>
                  <a:lnTo>
                    <a:pt x="0" y="28"/>
                  </a:lnTo>
                  <a:lnTo>
                    <a:pt x="178" y="0"/>
                  </a:lnTo>
                  <a:lnTo>
                    <a:pt x="189" y="92"/>
                  </a:lnTo>
                  <a:lnTo>
                    <a:pt x="29" y="1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365750" y="4867276"/>
              <a:ext cx="736600" cy="1274763"/>
            </a:xfrm>
            <a:custGeom>
              <a:avLst/>
              <a:gdLst/>
              <a:ahLst/>
              <a:cxnLst/>
              <a:rect l="l" t="t" r="r" b="b"/>
              <a:pathLst>
                <a:path w="258" h="446">
                  <a:moveTo>
                    <a:pt x="258" y="158"/>
                  </a:moveTo>
                  <a:cubicBezTo>
                    <a:pt x="258" y="158"/>
                    <a:pt x="170" y="222"/>
                    <a:pt x="168" y="230"/>
                  </a:cubicBezTo>
                  <a:cubicBezTo>
                    <a:pt x="166" y="238"/>
                    <a:pt x="131" y="406"/>
                    <a:pt x="105" y="426"/>
                  </a:cubicBezTo>
                  <a:cubicBezTo>
                    <a:pt x="80" y="446"/>
                    <a:pt x="57" y="433"/>
                    <a:pt x="57" y="433"/>
                  </a:cubicBezTo>
                  <a:cubicBezTo>
                    <a:pt x="57" y="433"/>
                    <a:pt x="0" y="59"/>
                    <a:pt x="5" y="45"/>
                  </a:cubicBezTo>
                  <a:cubicBezTo>
                    <a:pt x="10" y="31"/>
                    <a:pt x="169" y="0"/>
                    <a:pt x="169" y="0"/>
                  </a:cubicBezTo>
                  <a:lnTo>
                    <a:pt x="258" y="158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5291138" y="4964113"/>
              <a:ext cx="274637" cy="1176338"/>
            </a:xfrm>
            <a:custGeom>
              <a:avLst/>
              <a:gdLst/>
              <a:ahLst/>
              <a:cxnLst/>
              <a:rect l="l" t="t" r="r" b="b"/>
              <a:pathLst>
                <a:path w="173" h="741">
                  <a:moveTo>
                    <a:pt x="173" y="726"/>
                  </a:moveTo>
                  <a:lnTo>
                    <a:pt x="98" y="0"/>
                  </a:lnTo>
                  <a:lnTo>
                    <a:pt x="0" y="15"/>
                  </a:lnTo>
                  <a:lnTo>
                    <a:pt x="90" y="741"/>
                  </a:lnTo>
                  <a:lnTo>
                    <a:pt x="173" y="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503863" y="5667376"/>
              <a:ext cx="296862" cy="206375"/>
            </a:xfrm>
            <a:custGeom>
              <a:avLst/>
              <a:gdLst/>
              <a:ahLst/>
              <a:cxnLst/>
              <a:rect l="l" t="t" r="r" b="b"/>
              <a:pathLst>
                <a:path w="187" h="130">
                  <a:moveTo>
                    <a:pt x="160" y="130"/>
                  </a:moveTo>
                  <a:lnTo>
                    <a:pt x="187" y="31"/>
                  </a:lnTo>
                  <a:lnTo>
                    <a:pt x="10" y="0"/>
                  </a:lnTo>
                  <a:lnTo>
                    <a:pt x="0" y="94"/>
                  </a:lnTo>
                  <a:lnTo>
                    <a:pt x="160" y="1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461000" y="4781551"/>
              <a:ext cx="922337" cy="742950"/>
            </a:xfrm>
            <a:custGeom>
              <a:avLst/>
              <a:gdLst/>
              <a:ahLst/>
              <a:cxnLst/>
              <a:rect l="l" t="t" r="r" b="b"/>
              <a:pathLst>
                <a:path w="581" h="468">
                  <a:moveTo>
                    <a:pt x="0" y="0"/>
                  </a:moveTo>
                  <a:lnTo>
                    <a:pt x="242" y="468"/>
                  </a:lnTo>
                  <a:lnTo>
                    <a:pt x="581" y="335"/>
                  </a:lnTo>
                  <a:lnTo>
                    <a:pt x="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4" name="Freeform 34"/>
            <p:cNvSpPr/>
            <p:nvPr/>
          </p:nvSpPr>
          <p:spPr>
            <a:xfrm>
              <a:off x="4297363" y="4816476"/>
              <a:ext cx="917575" cy="746125"/>
            </a:xfrm>
            <a:custGeom>
              <a:avLst/>
              <a:gdLst/>
              <a:ahLst/>
              <a:cxnLst/>
              <a:rect l="l" t="t" r="r" b="b"/>
              <a:pathLst>
                <a:path w="578" h="470">
                  <a:moveTo>
                    <a:pt x="578" y="0"/>
                  </a:moveTo>
                  <a:lnTo>
                    <a:pt x="313" y="470"/>
                  </a:lnTo>
                  <a:lnTo>
                    <a:pt x="0" y="337"/>
                  </a:lnTo>
                  <a:lnTo>
                    <a:pt x="142" y="0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540000" y="4384676"/>
              <a:ext cx="434975" cy="925513"/>
            </a:xfrm>
            <a:custGeom>
              <a:avLst/>
              <a:gdLst/>
              <a:ahLst/>
              <a:cxnLst/>
              <a:rect l="l" t="t" r="r" b="b"/>
              <a:pathLst>
                <a:path w="152" h="324">
                  <a:moveTo>
                    <a:pt x="152" y="324"/>
                  </a:moveTo>
                  <a:cubicBezTo>
                    <a:pt x="0" y="324"/>
                    <a:pt x="0" y="324"/>
                    <a:pt x="0" y="324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118" y="0"/>
                    <a:pt x="152" y="34"/>
                    <a:pt x="152" y="77"/>
                  </a:cubicBezTo>
                  <a:lnTo>
                    <a:pt x="152" y="324"/>
                  </a:lnTo>
                  <a:close/>
                </a:path>
              </a:pathLst>
            </a:custGeom>
            <a:solidFill>
              <a:srgbClr val="72586B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2674938" y="4241801"/>
              <a:ext cx="165100" cy="242888"/>
            </a:xfrm>
            <a:prstGeom prst="rect">
              <a:avLst/>
            </a:prstGeom>
            <a:solidFill>
              <a:srgbClr val="72586B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597150" y="4152901"/>
              <a:ext cx="320675" cy="117475"/>
            </a:xfrm>
            <a:custGeom>
              <a:avLst/>
              <a:gdLst/>
              <a:ahLst/>
              <a:cxnLst/>
              <a:rect l="l" t="t" r="r" b="b"/>
              <a:pathLst>
                <a:path w="112" h="41">
                  <a:moveTo>
                    <a:pt x="91" y="41"/>
                  </a:moveTo>
                  <a:cubicBezTo>
                    <a:pt x="21" y="41"/>
                    <a:pt x="21" y="41"/>
                    <a:pt x="21" y="41"/>
                  </a:cubicBezTo>
                  <a:cubicBezTo>
                    <a:pt x="9" y="41"/>
                    <a:pt x="0" y="32"/>
                    <a:pt x="0" y="21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03" y="0"/>
                    <a:pt x="112" y="9"/>
                    <a:pt x="112" y="21"/>
                  </a:cubicBezTo>
                  <a:cubicBezTo>
                    <a:pt x="112" y="32"/>
                    <a:pt x="103" y="41"/>
                    <a:pt x="91" y="41"/>
                  </a:cubicBez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2589213" y="4556126"/>
              <a:ext cx="17462" cy="414338"/>
            </a:xfrm>
            <a:custGeom>
              <a:avLst/>
              <a:gdLst/>
              <a:ahLst/>
              <a:cxnLst/>
              <a:rect l="l" t="t" r="r" b="b"/>
              <a:pathLst>
                <a:path w="6" h="145">
                  <a:moveTo>
                    <a:pt x="3" y="145"/>
                  </a:moveTo>
                  <a:cubicBezTo>
                    <a:pt x="1" y="145"/>
                    <a:pt x="0" y="144"/>
                    <a:pt x="0" y="14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6" y="144"/>
                    <a:pt x="5" y="145"/>
                    <a:pt x="3" y="14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754563" y="4192588"/>
              <a:ext cx="431800" cy="341313"/>
            </a:xfrm>
            <a:custGeom>
              <a:avLst/>
              <a:gdLst/>
              <a:ahLst/>
              <a:cxnLst/>
              <a:rect l="l" t="t" r="r" b="b"/>
              <a:pathLst>
                <a:path w="151" h="119">
                  <a:moveTo>
                    <a:pt x="51" y="17"/>
                  </a:moveTo>
                  <a:cubicBezTo>
                    <a:pt x="51" y="17"/>
                    <a:pt x="136" y="0"/>
                    <a:pt x="143" y="6"/>
                  </a:cubicBezTo>
                  <a:cubicBezTo>
                    <a:pt x="151" y="12"/>
                    <a:pt x="128" y="119"/>
                    <a:pt x="128" y="119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47"/>
                    <a:pt x="0" y="47"/>
                    <a:pt x="0" y="47"/>
                  </a:cubicBezTo>
                  <a:lnTo>
                    <a:pt x="51" y="17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4465638" y="4527551"/>
              <a:ext cx="1685925" cy="122238"/>
            </a:xfrm>
            <a:custGeom>
              <a:avLst/>
              <a:gdLst/>
              <a:ahLst/>
              <a:cxnLst/>
              <a:rect l="l" t="t" r="r" b="b"/>
              <a:pathLst>
                <a:path w="590" h="43">
                  <a:moveTo>
                    <a:pt x="6" y="43"/>
                  </a:moveTo>
                  <a:cubicBezTo>
                    <a:pt x="585" y="43"/>
                    <a:pt x="585" y="43"/>
                    <a:pt x="585" y="43"/>
                  </a:cubicBezTo>
                  <a:cubicBezTo>
                    <a:pt x="588" y="43"/>
                    <a:pt x="590" y="40"/>
                    <a:pt x="590" y="37"/>
                  </a:cubicBezTo>
                  <a:cubicBezTo>
                    <a:pt x="590" y="6"/>
                    <a:pt x="590" y="6"/>
                    <a:pt x="590" y="6"/>
                  </a:cubicBezTo>
                  <a:cubicBezTo>
                    <a:pt x="590" y="2"/>
                    <a:pt x="588" y="0"/>
                    <a:pt x="58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2" y="43"/>
                    <a:pt x="6" y="43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4897438" y="3895726"/>
              <a:ext cx="1500187" cy="754063"/>
            </a:xfrm>
            <a:custGeom>
              <a:avLst/>
              <a:gdLst/>
              <a:ahLst/>
              <a:cxnLst/>
              <a:rect l="l" t="t" r="r" b="b"/>
              <a:pathLst>
                <a:path w="525" h="264">
                  <a:moveTo>
                    <a:pt x="0" y="264"/>
                  </a:moveTo>
                  <a:cubicBezTo>
                    <a:pt x="408" y="264"/>
                    <a:pt x="408" y="264"/>
                    <a:pt x="408" y="264"/>
                  </a:cubicBezTo>
                  <a:cubicBezTo>
                    <a:pt x="525" y="0"/>
                    <a:pt x="525" y="0"/>
                    <a:pt x="525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23" y="0"/>
                    <a:pt x="114" y="6"/>
                    <a:pt x="110" y="15"/>
                  </a:cubicBezTo>
                  <a:lnTo>
                    <a:pt x="0" y="2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000625" y="3895726"/>
              <a:ext cx="1479550" cy="754063"/>
            </a:xfrm>
            <a:custGeom>
              <a:avLst/>
              <a:gdLst/>
              <a:ahLst/>
              <a:cxnLst/>
              <a:rect l="l" t="t" r="r" b="b"/>
              <a:pathLst>
                <a:path w="518" h="264">
                  <a:moveTo>
                    <a:pt x="0" y="264"/>
                  </a:moveTo>
                  <a:cubicBezTo>
                    <a:pt x="408" y="264"/>
                    <a:pt x="408" y="264"/>
                    <a:pt x="408" y="264"/>
                  </a:cubicBezTo>
                  <a:cubicBezTo>
                    <a:pt x="512" y="29"/>
                    <a:pt x="512" y="29"/>
                    <a:pt x="512" y="29"/>
                  </a:cubicBezTo>
                  <a:cubicBezTo>
                    <a:pt x="518" y="15"/>
                    <a:pt x="508" y="0"/>
                    <a:pt x="493" y="0"/>
                  </a:cubicBezTo>
                  <a:cubicBezTo>
                    <a:pt x="116" y="0"/>
                    <a:pt x="116" y="0"/>
                    <a:pt x="116" y="0"/>
                  </a:cubicBezTo>
                  <a:lnTo>
                    <a:pt x="0" y="264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5634038" y="4173538"/>
              <a:ext cx="196850" cy="200025"/>
            </a:xfrm>
            <a:prstGeom prst="ellipse">
              <a:avLst/>
            </a:pr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4" name="Freeform 44"/>
            <p:cNvSpPr/>
            <p:nvPr/>
          </p:nvSpPr>
          <p:spPr>
            <a:xfrm>
              <a:off x="6283325" y="4473576"/>
              <a:ext cx="261937" cy="165100"/>
            </a:xfrm>
            <a:custGeom>
              <a:avLst/>
              <a:gdLst/>
              <a:ahLst/>
              <a:cxnLst/>
              <a:rect l="l" t="t" r="r" b="b"/>
              <a:pathLst>
                <a:path w="92" h="58">
                  <a:moveTo>
                    <a:pt x="4" y="58"/>
                  </a:moveTo>
                  <a:cubicBezTo>
                    <a:pt x="2" y="58"/>
                    <a:pt x="1" y="57"/>
                    <a:pt x="1" y="56"/>
                  </a:cubicBezTo>
                  <a:cubicBezTo>
                    <a:pt x="0" y="55"/>
                    <a:pt x="0" y="54"/>
                    <a:pt x="1" y="53"/>
                  </a:cubicBezTo>
                  <a:cubicBezTo>
                    <a:pt x="7" y="47"/>
                    <a:pt x="56" y="0"/>
                    <a:pt x="78" y="0"/>
                  </a:cubicBezTo>
                  <a:cubicBezTo>
                    <a:pt x="78" y="0"/>
                    <a:pt x="79" y="0"/>
                    <a:pt x="79" y="0"/>
                  </a:cubicBezTo>
                  <a:cubicBezTo>
                    <a:pt x="82" y="0"/>
                    <a:pt x="85" y="1"/>
                    <a:pt x="87" y="4"/>
                  </a:cubicBezTo>
                  <a:cubicBezTo>
                    <a:pt x="92" y="10"/>
                    <a:pt x="91" y="16"/>
                    <a:pt x="90" y="20"/>
                  </a:cubicBezTo>
                  <a:cubicBezTo>
                    <a:pt x="81" y="44"/>
                    <a:pt x="12" y="57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lose/>
                  <a:moveTo>
                    <a:pt x="78" y="6"/>
                  </a:moveTo>
                  <a:cubicBezTo>
                    <a:pt x="64" y="6"/>
                    <a:pt x="32" y="33"/>
                    <a:pt x="14" y="49"/>
                  </a:cubicBezTo>
                  <a:cubicBezTo>
                    <a:pt x="38" y="44"/>
                    <a:pt x="78" y="32"/>
                    <a:pt x="84" y="18"/>
                  </a:cubicBezTo>
                  <a:cubicBezTo>
                    <a:pt x="85" y="15"/>
                    <a:pt x="84" y="11"/>
                    <a:pt x="82" y="8"/>
                  </a:cubicBezTo>
                  <a:cubicBezTo>
                    <a:pt x="81" y="7"/>
                    <a:pt x="80" y="6"/>
                    <a:pt x="79" y="6"/>
                  </a:cubicBezTo>
                  <a:cubicBezTo>
                    <a:pt x="78" y="6"/>
                    <a:pt x="78" y="6"/>
                    <a:pt x="78" y="6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54663" y="4587876"/>
              <a:ext cx="1111250" cy="182563"/>
            </a:xfrm>
            <a:custGeom>
              <a:avLst/>
              <a:gdLst/>
              <a:ahLst/>
              <a:cxnLst/>
              <a:rect l="l" t="t" r="r" b="b"/>
              <a:pathLst>
                <a:path w="389" h="64">
                  <a:moveTo>
                    <a:pt x="4" y="64"/>
                  </a:moveTo>
                  <a:cubicBezTo>
                    <a:pt x="2" y="64"/>
                    <a:pt x="1" y="63"/>
                    <a:pt x="1" y="62"/>
                  </a:cubicBezTo>
                  <a:cubicBezTo>
                    <a:pt x="0" y="60"/>
                    <a:pt x="1" y="58"/>
                    <a:pt x="3" y="58"/>
                  </a:cubicBezTo>
                  <a:cubicBezTo>
                    <a:pt x="5" y="57"/>
                    <a:pt x="166" y="13"/>
                    <a:pt x="385" y="0"/>
                  </a:cubicBezTo>
                  <a:cubicBezTo>
                    <a:pt x="387" y="0"/>
                    <a:pt x="389" y="1"/>
                    <a:pt x="389" y="3"/>
                  </a:cubicBezTo>
                  <a:cubicBezTo>
                    <a:pt x="389" y="5"/>
                    <a:pt x="388" y="6"/>
                    <a:pt x="386" y="6"/>
                  </a:cubicBezTo>
                  <a:cubicBezTo>
                    <a:pt x="167" y="19"/>
                    <a:pt x="6" y="64"/>
                    <a:pt x="5" y="64"/>
                  </a:cubicBezTo>
                  <a:cubicBezTo>
                    <a:pt x="4" y="64"/>
                    <a:pt x="4" y="64"/>
                    <a:pt x="4" y="64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6" name="Freeform 46"/>
            <p:cNvSpPr/>
            <p:nvPr/>
          </p:nvSpPr>
          <p:spPr>
            <a:xfrm>
              <a:off x="3986213" y="4587876"/>
              <a:ext cx="1157287" cy="239713"/>
            </a:xfrm>
            <a:custGeom>
              <a:avLst/>
              <a:gdLst/>
              <a:ahLst/>
              <a:cxnLst/>
              <a:rect l="l" t="t" r="r" b="b"/>
              <a:pathLst>
                <a:path w="405" h="84">
                  <a:moveTo>
                    <a:pt x="401" y="84"/>
                  </a:moveTo>
                  <a:cubicBezTo>
                    <a:pt x="401" y="84"/>
                    <a:pt x="400" y="83"/>
                    <a:pt x="400" y="83"/>
                  </a:cubicBezTo>
                  <a:cubicBezTo>
                    <a:pt x="398" y="83"/>
                    <a:pt x="221" y="19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223" y="13"/>
                    <a:pt x="400" y="77"/>
                    <a:pt x="402" y="77"/>
                  </a:cubicBezTo>
                  <a:cubicBezTo>
                    <a:pt x="404" y="78"/>
                    <a:pt x="405" y="80"/>
                    <a:pt x="404" y="81"/>
                  </a:cubicBezTo>
                  <a:cubicBezTo>
                    <a:pt x="404" y="83"/>
                    <a:pt x="402" y="84"/>
                    <a:pt x="401" y="84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7" name="Freeform 47"/>
            <p:cNvSpPr/>
            <p:nvPr/>
          </p:nvSpPr>
          <p:spPr>
            <a:xfrm>
              <a:off x="4106863" y="4470401"/>
              <a:ext cx="258762" cy="171450"/>
            </a:xfrm>
            <a:custGeom>
              <a:avLst/>
              <a:gdLst/>
              <a:ahLst/>
              <a:cxnLst/>
              <a:rect l="l" t="t" r="r" b="b"/>
              <a:pathLst>
                <a:path w="91" h="60">
                  <a:moveTo>
                    <a:pt x="88" y="60"/>
                  </a:moveTo>
                  <a:cubicBezTo>
                    <a:pt x="79" y="58"/>
                    <a:pt x="11" y="44"/>
                    <a:pt x="2" y="21"/>
                  </a:cubicBezTo>
                  <a:cubicBezTo>
                    <a:pt x="1" y="17"/>
                    <a:pt x="0" y="11"/>
                    <a:pt x="5" y="4"/>
                  </a:cubicBezTo>
                  <a:cubicBezTo>
                    <a:pt x="7" y="2"/>
                    <a:pt x="10" y="0"/>
                    <a:pt x="13" y="0"/>
                  </a:cubicBezTo>
                  <a:cubicBezTo>
                    <a:pt x="13" y="0"/>
                    <a:pt x="14" y="0"/>
                    <a:pt x="14" y="0"/>
                  </a:cubicBezTo>
                  <a:cubicBezTo>
                    <a:pt x="35" y="0"/>
                    <a:pt x="84" y="49"/>
                    <a:pt x="90" y="54"/>
                  </a:cubicBezTo>
                  <a:cubicBezTo>
                    <a:pt x="91" y="55"/>
                    <a:pt x="91" y="57"/>
                    <a:pt x="90" y="58"/>
                  </a:cubicBezTo>
                  <a:cubicBezTo>
                    <a:pt x="90" y="59"/>
                    <a:pt x="89" y="60"/>
                    <a:pt x="88" y="60"/>
                  </a:cubicBezTo>
                  <a:close/>
                  <a:moveTo>
                    <a:pt x="14" y="7"/>
                  </a:moveTo>
                  <a:cubicBezTo>
                    <a:pt x="12" y="7"/>
                    <a:pt x="11" y="8"/>
                    <a:pt x="10" y="8"/>
                  </a:cubicBezTo>
                  <a:cubicBezTo>
                    <a:pt x="8" y="12"/>
                    <a:pt x="7" y="15"/>
                    <a:pt x="8" y="18"/>
                  </a:cubicBezTo>
                  <a:cubicBezTo>
                    <a:pt x="13" y="33"/>
                    <a:pt x="53" y="45"/>
                    <a:pt x="77" y="51"/>
                  </a:cubicBezTo>
                  <a:cubicBezTo>
                    <a:pt x="59" y="34"/>
                    <a:pt x="28" y="7"/>
                    <a:pt x="14" y="7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8" name="Freeform 48"/>
            <p:cNvSpPr/>
            <p:nvPr/>
          </p:nvSpPr>
          <p:spPr>
            <a:xfrm>
              <a:off x="5203825" y="2168526"/>
              <a:ext cx="19050" cy="77788"/>
            </a:xfrm>
            <a:custGeom>
              <a:avLst/>
              <a:gdLst/>
              <a:ahLst/>
              <a:cxnLst/>
              <a:rect l="l" t="t" r="r" b="b"/>
              <a:pathLst>
                <a:path w="7" h="27">
                  <a:moveTo>
                    <a:pt x="4" y="27"/>
                  </a:moveTo>
                  <a:cubicBezTo>
                    <a:pt x="2" y="27"/>
                    <a:pt x="0" y="25"/>
                    <a:pt x="0" y="2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2"/>
                    <a:pt x="7" y="3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5"/>
                    <a:pt x="5" y="27"/>
                    <a:pt x="4" y="2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9" name="Freeform 49"/>
            <p:cNvSpPr/>
            <p:nvPr/>
          </p:nvSpPr>
          <p:spPr>
            <a:xfrm>
              <a:off x="5357813" y="2168526"/>
              <a:ext cx="19050" cy="77788"/>
            </a:xfrm>
            <a:custGeom>
              <a:avLst/>
              <a:gdLst/>
              <a:ahLst/>
              <a:cxnLst/>
              <a:rect l="l" t="t" r="r" b="b"/>
              <a:pathLst>
                <a:path w="7" h="27">
                  <a:moveTo>
                    <a:pt x="4" y="27"/>
                  </a:moveTo>
                  <a:cubicBezTo>
                    <a:pt x="2" y="27"/>
                    <a:pt x="0" y="25"/>
                    <a:pt x="0" y="2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2"/>
                    <a:pt x="7" y="3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5"/>
                    <a:pt x="5" y="27"/>
                    <a:pt x="4" y="2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0" name="Freeform 50"/>
            <p:cNvSpPr/>
            <p:nvPr/>
          </p:nvSpPr>
          <p:spPr>
            <a:xfrm>
              <a:off x="3889375" y="3252788"/>
              <a:ext cx="1011237" cy="1274763"/>
            </a:xfrm>
            <a:custGeom>
              <a:avLst/>
              <a:gdLst/>
              <a:ahLst/>
              <a:cxnLst/>
              <a:rect l="l" t="t" r="r" b="b"/>
              <a:pathLst>
                <a:path w="354" h="446">
                  <a:moveTo>
                    <a:pt x="106" y="0"/>
                  </a:moveTo>
                  <a:cubicBezTo>
                    <a:pt x="106" y="0"/>
                    <a:pt x="0" y="154"/>
                    <a:pt x="109" y="277"/>
                  </a:cubicBezTo>
                  <a:cubicBezTo>
                    <a:pt x="214" y="396"/>
                    <a:pt x="303" y="446"/>
                    <a:pt x="303" y="446"/>
                  </a:cubicBezTo>
                  <a:cubicBezTo>
                    <a:pt x="354" y="346"/>
                    <a:pt x="354" y="346"/>
                    <a:pt x="354" y="346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29" y="126"/>
                    <a:pt x="229" y="126"/>
                    <a:pt x="229" y="126"/>
                  </a:cubicBezTo>
                  <a:cubicBezTo>
                    <a:pt x="192" y="71"/>
                    <a:pt x="160" y="38"/>
                    <a:pt x="106" y="0"/>
                  </a:cubicBez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937250" y="4181476"/>
              <a:ext cx="560387" cy="492125"/>
            </a:xfrm>
            <a:custGeom>
              <a:avLst/>
              <a:gdLst/>
              <a:ahLst/>
              <a:cxnLst/>
              <a:rect l="l" t="t" r="r" b="b"/>
              <a:pathLst>
                <a:path w="196" h="172">
                  <a:moveTo>
                    <a:pt x="35" y="34"/>
                  </a:moveTo>
                  <a:cubicBezTo>
                    <a:pt x="41" y="27"/>
                    <a:pt x="49" y="23"/>
                    <a:pt x="57" y="21"/>
                  </a:cubicBezTo>
                  <a:cubicBezTo>
                    <a:pt x="85" y="12"/>
                    <a:pt x="166" y="0"/>
                    <a:pt x="182" y="26"/>
                  </a:cubicBezTo>
                  <a:cubicBezTo>
                    <a:pt x="196" y="52"/>
                    <a:pt x="151" y="60"/>
                    <a:pt x="151" y="60"/>
                  </a:cubicBezTo>
                  <a:cubicBezTo>
                    <a:pt x="151" y="60"/>
                    <a:pt x="189" y="60"/>
                    <a:pt x="180" y="86"/>
                  </a:cubicBezTo>
                  <a:cubicBezTo>
                    <a:pt x="172" y="107"/>
                    <a:pt x="147" y="108"/>
                    <a:pt x="147" y="108"/>
                  </a:cubicBezTo>
                  <a:cubicBezTo>
                    <a:pt x="147" y="108"/>
                    <a:pt x="186" y="112"/>
                    <a:pt x="164" y="140"/>
                  </a:cubicBezTo>
                  <a:cubicBezTo>
                    <a:pt x="141" y="167"/>
                    <a:pt x="56" y="172"/>
                    <a:pt x="28" y="162"/>
                  </a:cubicBezTo>
                  <a:cubicBezTo>
                    <a:pt x="0" y="153"/>
                    <a:pt x="31" y="122"/>
                    <a:pt x="31" y="122"/>
                  </a:cubicBezTo>
                  <a:cubicBezTo>
                    <a:pt x="31" y="122"/>
                    <a:pt x="2" y="108"/>
                    <a:pt x="7" y="91"/>
                  </a:cubicBezTo>
                  <a:cubicBezTo>
                    <a:pt x="12" y="73"/>
                    <a:pt x="38" y="73"/>
                    <a:pt x="38" y="73"/>
                  </a:cubicBezTo>
                  <a:cubicBezTo>
                    <a:pt x="38" y="73"/>
                    <a:pt x="14" y="56"/>
                    <a:pt x="35" y="34"/>
                  </a:cubicBez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2" name="Freeform 52"/>
            <p:cNvSpPr/>
            <p:nvPr/>
          </p:nvSpPr>
          <p:spPr>
            <a:xfrm>
              <a:off x="6062663" y="4341813"/>
              <a:ext cx="317500" cy="60325"/>
            </a:xfrm>
            <a:custGeom>
              <a:avLst/>
              <a:gdLst/>
              <a:ahLst/>
              <a:cxnLst/>
              <a:rect l="l" t="t" r="r" b="b"/>
              <a:pathLst>
                <a:path w="111" h="21">
                  <a:moveTo>
                    <a:pt x="4" y="21"/>
                  </a:moveTo>
                  <a:cubicBezTo>
                    <a:pt x="2" y="21"/>
                    <a:pt x="1" y="20"/>
                    <a:pt x="0" y="18"/>
                  </a:cubicBezTo>
                  <a:cubicBezTo>
                    <a:pt x="0" y="17"/>
                    <a:pt x="1" y="15"/>
                    <a:pt x="3" y="15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8" y="0"/>
                    <a:pt x="110" y="1"/>
                    <a:pt x="110" y="3"/>
                  </a:cubicBezTo>
                  <a:cubicBezTo>
                    <a:pt x="111" y="5"/>
                    <a:pt x="109" y="7"/>
                    <a:pt x="108" y="7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3" name="Freeform 53"/>
            <p:cNvSpPr/>
            <p:nvPr/>
          </p:nvSpPr>
          <p:spPr>
            <a:xfrm>
              <a:off x="6051550" y="4478338"/>
              <a:ext cx="317500" cy="57150"/>
            </a:xfrm>
            <a:custGeom>
              <a:avLst/>
              <a:gdLst/>
              <a:ahLst/>
              <a:cxnLst/>
              <a:rect l="l" t="t" r="r" b="b"/>
              <a:pathLst>
                <a:path w="111" h="20">
                  <a:moveTo>
                    <a:pt x="3" y="20"/>
                  </a:moveTo>
                  <a:cubicBezTo>
                    <a:pt x="2" y="20"/>
                    <a:pt x="0" y="19"/>
                    <a:pt x="0" y="17"/>
                  </a:cubicBezTo>
                  <a:cubicBezTo>
                    <a:pt x="0" y="16"/>
                    <a:pt x="1" y="14"/>
                    <a:pt x="3" y="14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109" y="0"/>
                    <a:pt x="110" y="2"/>
                    <a:pt x="111" y="3"/>
                  </a:cubicBezTo>
                  <a:cubicBezTo>
                    <a:pt x="111" y="5"/>
                    <a:pt x="110" y="7"/>
                    <a:pt x="108" y="7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4" name="Freeform 54"/>
            <p:cNvSpPr/>
            <p:nvPr/>
          </p:nvSpPr>
          <p:spPr>
            <a:xfrm>
              <a:off x="4021138" y="2652713"/>
              <a:ext cx="758825" cy="1128713"/>
            </a:xfrm>
            <a:custGeom>
              <a:avLst/>
              <a:gdLst/>
              <a:ahLst/>
              <a:cxnLst/>
              <a:rect l="l" t="t" r="r" b="b"/>
              <a:pathLst>
                <a:path w="266" h="395">
                  <a:moveTo>
                    <a:pt x="0" y="289"/>
                  </a:moveTo>
                  <a:cubicBezTo>
                    <a:pt x="0" y="289"/>
                    <a:pt x="43" y="147"/>
                    <a:pt x="144" y="67"/>
                  </a:cubicBezTo>
                  <a:cubicBezTo>
                    <a:pt x="215" y="11"/>
                    <a:pt x="266" y="0"/>
                    <a:pt x="266" y="0"/>
                  </a:cubicBezTo>
                  <a:cubicBezTo>
                    <a:pt x="226" y="395"/>
                    <a:pt x="226" y="395"/>
                    <a:pt x="226" y="395"/>
                  </a:cubicBezTo>
                  <a:lnTo>
                    <a:pt x="0" y="289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5" name="Freeform 55"/>
            <p:cNvSpPr/>
            <p:nvPr/>
          </p:nvSpPr>
          <p:spPr>
            <a:xfrm>
              <a:off x="4643438" y="3506788"/>
              <a:ext cx="71437" cy="217488"/>
            </a:xfrm>
            <a:custGeom>
              <a:avLst/>
              <a:gdLst/>
              <a:ahLst/>
              <a:cxnLst/>
              <a:rect l="l" t="t" r="r" b="b"/>
              <a:pathLst>
                <a:path w="25" h="76">
                  <a:moveTo>
                    <a:pt x="4" y="76"/>
                  </a:moveTo>
                  <a:cubicBezTo>
                    <a:pt x="4" y="76"/>
                    <a:pt x="3" y="76"/>
                    <a:pt x="3" y="76"/>
                  </a:cubicBezTo>
                  <a:cubicBezTo>
                    <a:pt x="1" y="76"/>
                    <a:pt x="0" y="74"/>
                    <a:pt x="1" y="7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9" y="1"/>
                    <a:pt x="20" y="0"/>
                    <a:pt x="22" y="0"/>
                  </a:cubicBezTo>
                  <a:cubicBezTo>
                    <a:pt x="24" y="1"/>
                    <a:pt x="25" y="3"/>
                    <a:pt x="24" y="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5" y="76"/>
                    <a:pt x="4" y="7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56" name="AutoShape 56"/>
          <p:cNvSpPr/>
          <p:nvPr/>
        </p:nvSpPr>
        <p:spPr>
          <a:xfrm>
            <a:off x="1160524" y="1655672"/>
            <a:ext cx="4936403" cy="3385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High Prediction Accuracy</a:t>
            </a:r>
          </a:p>
        </p:txBody>
      </p:sp>
      <p:sp>
        <p:nvSpPr>
          <p:cNvPr id="57" name="AutoShape 57"/>
          <p:cNvSpPr/>
          <p:nvPr/>
        </p:nvSpPr>
        <p:spPr>
          <a:xfrm>
            <a:off x="1160525" y="1998332"/>
            <a:ext cx="4936405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Achieve failure prediction accuracy &gt;85%; enhance confidence in maintenance planning.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577198" y="1795980"/>
            <a:ext cx="540000" cy="540000"/>
            <a:chOff x="2877184" y="5061343"/>
            <a:chExt cx="540000" cy="540000"/>
          </a:xfrm>
        </p:grpSpPr>
        <p:sp>
          <p:nvSpPr>
            <p:cNvPr id="59" name="TextBox 59"/>
            <p:cNvSpPr txBox="1"/>
            <p:nvPr/>
          </p:nvSpPr>
          <p:spPr>
            <a:xfrm>
              <a:off x="2877184" y="5061343"/>
              <a:ext cx="540000" cy="540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3034070" y="5193640"/>
              <a:ext cx="226228" cy="275406"/>
            </a:xfrm>
            <a:custGeom>
              <a:avLst/>
              <a:gdLst/>
              <a:ahLst/>
              <a:cxnLst/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61" name="AutoShape 61"/>
          <p:cNvSpPr/>
          <p:nvPr/>
        </p:nvSpPr>
        <p:spPr>
          <a:xfrm>
            <a:off x="1160527" y="4028682"/>
            <a:ext cx="4936403" cy="3385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Accurate RUL Forecasting</a:t>
            </a:r>
          </a:p>
        </p:txBody>
      </p:sp>
      <p:sp>
        <p:nvSpPr>
          <p:cNvPr id="62" name="AutoShape 62"/>
          <p:cNvSpPr/>
          <p:nvPr/>
        </p:nvSpPr>
        <p:spPr>
          <a:xfrm>
            <a:off x="1160528" y="4377693"/>
            <a:ext cx="4936403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Ensure error &lt;10 hours in remaining useful life; enable informed decisions about component replacement.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77198" y="4168991"/>
            <a:ext cx="540000" cy="5400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64" name="Freeform 64"/>
          <p:cNvSpPr/>
          <p:nvPr/>
        </p:nvSpPr>
        <p:spPr>
          <a:xfrm>
            <a:off x="719330" y="4298829"/>
            <a:ext cx="255736" cy="280324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930" y="621"/>
                  <a:pt x="496420" y="111111"/>
                  <a:pt x="496420" y="248271"/>
                </a:cubicBezTo>
                <a:cubicBezTo>
                  <a:pt x="496420" y="358761"/>
                  <a:pt x="424030" y="452106"/>
                  <a:pt x="324017" y="484491"/>
                </a:cubicBezTo>
                <a:lnTo>
                  <a:pt x="346877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663" y="524496"/>
                </a:lnTo>
                <a:lnTo>
                  <a:pt x="173523" y="484491"/>
                </a:lnTo>
                <a:cubicBezTo>
                  <a:pt x="73510" y="453059"/>
                  <a:pt x="1120" y="358761"/>
                  <a:pt x="1120" y="248271"/>
                </a:cubicBezTo>
                <a:cubicBezTo>
                  <a:pt x="1120" y="111111"/>
                  <a:pt x="111610" y="621"/>
                  <a:pt x="248770" y="621"/>
                </a:cubicBezTo>
                <a:close/>
                <a:moveTo>
                  <a:pt x="192573" y="489254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967" y="489254"/>
                </a:lnTo>
                <a:cubicBezTo>
                  <a:pt x="286870" y="493064"/>
                  <a:pt x="267820" y="495921"/>
                  <a:pt x="248770" y="495921"/>
                </a:cubicBezTo>
                <a:cubicBezTo>
                  <a:pt x="229720" y="495921"/>
                  <a:pt x="210670" y="493064"/>
                  <a:pt x="192573" y="489254"/>
                </a:cubicBezTo>
                <a:close/>
                <a:moveTo>
                  <a:pt x="248770" y="143496"/>
                </a:moveTo>
                <a:cubicBezTo>
                  <a:pt x="190667" y="143496"/>
                  <a:pt x="143995" y="190169"/>
                  <a:pt x="143995" y="248271"/>
                </a:cubicBezTo>
                <a:cubicBezTo>
                  <a:pt x="143995" y="306374"/>
                  <a:pt x="190667" y="353046"/>
                  <a:pt x="248770" y="353046"/>
                </a:cubicBezTo>
                <a:cubicBezTo>
                  <a:pt x="306873" y="353046"/>
                  <a:pt x="353545" y="306374"/>
                  <a:pt x="353545" y="248271"/>
                </a:cubicBezTo>
                <a:cubicBezTo>
                  <a:pt x="353545" y="190169"/>
                  <a:pt x="306873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60213" y="114921"/>
                  <a:pt x="353545" y="121589"/>
                  <a:pt x="353545" y="129209"/>
                </a:cubicBezTo>
                <a:cubicBezTo>
                  <a:pt x="353545" y="136829"/>
                  <a:pt x="360213" y="143496"/>
                  <a:pt x="367833" y="143496"/>
                </a:cubicBezTo>
                <a:cubicBezTo>
                  <a:pt x="375452" y="143496"/>
                  <a:pt x="382120" y="136829"/>
                  <a:pt x="382120" y="129209"/>
                </a:cubicBezTo>
                <a:cubicBezTo>
                  <a:pt x="382120" y="121589"/>
                  <a:pt x="375452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Delivering a Tangible System</a:t>
            </a:r>
          </a:p>
        </p:txBody>
      </p:sp>
      <p:sp>
        <p:nvSpPr>
          <p:cNvPr id="3" name="Freeform 3"/>
          <p:cNvSpPr/>
          <p:nvPr/>
        </p:nvSpPr>
        <p:spPr>
          <a:xfrm>
            <a:off x="4158593" y="1491594"/>
            <a:ext cx="3874812" cy="3874812"/>
          </a:xfrm>
          <a:custGeom>
            <a:avLst/>
            <a:gdLst/>
            <a:ahLst/>
            <a:cxnLst/>
            <a:rect l="l" t="t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8"/>
                  <a:pt x="6724" y="20638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0" tIns="0" rIns="0" bIns="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399752" y="1732753"/>
            <a:ext cx="3392493" cy="3392493"/>
          </a:xfrm>
          <a:prstGeom prst="ellipse">
            <a:avLst/>
          </a:prstGeom>
          <a:blipFill>
            <a:blip r:embed="rId2"/>
            <a:srcRect/>
            <a:stretch>
              <a:fillRect t="-25000" b="-25000"/>
            </a:stretch>
          </a:blip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12744" y="2610335"/>
            <a:ext cx="3488294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Develop a Real-Time Dashboard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12744" y="3128496"/>
            <a:ext cx="3488294" cy="661466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Streamlit dashboard for monitoring and alerts; provide technicians with current status.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14393" y="2610335"/>
            <a:ext cx="3608329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Open-Source Prototype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14393" y="3128496"/>
            <a:ext cx="3608329" cy="661466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Ensure production readiness with scalability; GitHub repository with full documentation.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flipH="1">
            <a:off x="408026" y="2837818"/>
            <a:ext cx="3497943" cy="2591432"/>
          </a:xfrm>
          <a:prstGeom prst="roundRect">
            <a:avLst/>
          </a:prstGeom>
          <a:solidFill>
            <a:schemeClr val="accent2">
              <a:alpha val="15000"/>
            </a:schemeClr>
          </a:solidFill>
          <a:ln cap="flat" cmpd="sng">
            <a:prstDash val="solid"/>
          </a:ln>
        </p:spPr>
        <p:txBody>
          <a:bodyPr rot="0" vert="horz" wrap="square" lIns="180000" tIns="46800" rIns="180000" bIns="46800" rtlCol="0" anchor="ctr">
            <a:prstTxWarp prst="textNoShape">
              <a:avLst/>
            </a:prstTxWarp>
            <a:no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Demonstrate a 40% reduction downtime via simulations; showcasing system effectiveness.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788497" y="1390182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>
            <a:noAutofit/>
          </a:bodyPr>
          <a:lstStyle/>
          <a:p>
            <a:pPr marL="0" algn="ctr">
              <a:defRPr/>
            </a:pPr>
            <a:r>
              <a:rPr lang="en-US" sz="4000" b="1" i="0" u="none" baseline="0">
                <a:solidFill>
                  <a:srgbClr val="000000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37508" y="2306361"/>
            <a:ext cx="285731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Downtime Reduction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 flipH="1">
            <a:off x="4331512" y="2837818"/>
            <a:ext cx="3497943" cy="2591432"/>
          </a:xfrm>
          <a:prstGeom prst="round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180000" tIns="46800" rIns="180000" bIns="46800" rtlCol="0" anchor="ctr">
            <a:prstTxWarp prst="textNoShape">
              <a:avLst/>
            </a:prstTxWarp>
            <a:no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Achieve 25% cost savings utilizing proposed strategies; making the project economically viable.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5711982" y="1390182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>
            <a:noAutofit/>
          </a:bodyPr>
          <a:lstStyle/>
          <a:p>
            <a:pPr marL="0" algn="ctr">
              <a:defRPr/>
            </a:pPr>
            <a:r>
              <a:rPr lang="en-US" sz="4000" b="1" i="0" u="none" baseline="0">
                <a:solidFill>
                  <a:schemeClr val="accent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660992" y="2306361"/>
            <a:ext cx="285731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Cost Savings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584479" y="2306361"/>
            <a:ext cx="285731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Explainable AI Integration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 flipH="1">
            <a:off x="8254999" y="2837818"/>
            <a:ext cx="3497943" cy="2591432"/>
          </a:xfrm>
          <a:prstGeom prst="roundRect">
            <a:avLst/>
          </a:prstGeom>
          <a:solidFill>
            <a:schemeClr val="accent2">
              <a:alpha val="15000"/>
            </a:schemeClr>
          </a:solidFill>
          <a:ln cap="flat" cmpd="sng">
            <a:prstDash val="solid"/>
          </a:ln>
        </p:spPr>
        <p:txBody>
          <a:bodyPr rot="0" vert="horz" wrap="square" lIns="180000" tIns="46800" rIns="180000" bIns="46800" rtlCol="0" anchor="ctr">
            <a:prstTxWarp prst="textNoShape">
              <a:avLst/>
            </a:prstTxWarp>
            <a:no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Integrate SHAP for transparent predictions; ensuring fairness in real-time assessments and predictions.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9635470" y="1390182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b">
            <a:noAutofit/>
          </a:bodyPr>
          <a:lstStyle/>
          <a:p>
            <a:pPr marL="0" algn="ctr">
              <a:defRPr/>
            </a:pPr>
            <a:r>
              <a:rPr lang="en-US" sz="4000" b="1" i="0" u="none" baseline="0">
                <a:solidFill>
                  <a:srgbClr val="000000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1" name="AutoShape 1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Ensuring Reliability and Transparency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Technical Architecture: Models and Data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Leveraging NASA's C-MAPSS Dataset</a:t>
            </a:r>
          </a:p>
        </p:txBody>
      </p:sp>
      <p:sp>
        <p:nvSpPr>
          <p:cNvPr id="3" name="Freeform 3"/>
          <p:cNvSpPr/>
          <p:nvPr/>
        </p:nvSpPr>
        <p:spPr>
          <a:xfrm>
            <a:off x="660400" y="1466549"/>
            <a:ext cx="4660868" cy="4843173"/>
          </a:xfrm>
          <a:custGeom>
            <a:avLst/>
            <a:gdLst/>
            <a:ahLst/>
            <a:cxnLst/>
            <a:rect l="l" t="t" r="r" b="b"/>
            <a:pathLst>
              <a:path w="3090098" h="2061095">
                <a:moveTo>
                  <a:pt x="0" y="0"/>
                </a:moveTo>
                <a:lnTo>
                  <a:pt x="3090098" y="0"/>
                </a:lnTo>
                <a:lnTo>
                  <a:pt x="3090098" y="2061095"/>
                </a:lnTo>
                <a:lnTo>
                  <a:pt x="0" y="206109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9A2C">
                  <a:alpha val="80000"/>
                  <a:lumMod val="40000"/>
                  <a:lumOff val="60000"/>
                </a:srgbClr>
              </a:gs>
              <a:gs pos="85000">
                <a:srgbClr val="FF9A2C">
                  <a:alpha val="90000"/>
                  <a:lumMod val="10000"/>
                  <a:lumOff val="90000"/>
                </a:srgbClr>
              </a:gs>
            </a:gsLst>
            <a:lin ang="5400000"/>
          </a:gradFill>
          <a:ln w="12700" cap="flat" cmpd="sng">
            <a:solidFill>
              <a:schemeClr val="accent1">
                <a:alpha val="90000"/>
                <a:lumOff val="0"/>
                <a:satOff val="0"/>
                <a:tint val="40000"/>
              </a:schemeClr>
            </a:solidFill>
            <a:prstDash val="solid"/>
          </a:ln>
        </p:spPr>
        <p:txBody>
          <a:bodyPr vert="horz" wrap="square" lIns="494416" tIns="433832" rIns="433832" bIns="433832" anchor="ctr">
            <a:spAutoFit/>
          </a:bodyPr>
          <a:lstStyle/>
          <a:p>
            <a:pPr marL="0" algn="just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79231" y="1985921"/>
            <a:ext cx="4006949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Publicly Available Data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1481686" y="2427254"/>
            <a:ext cx="2483052" cy="0"/>
          </a:xfrm>
          <a:prstGeom prst="line">
            <a:avLst/>
          </a:prstGeom>
          <a:ln w="12700" cap="flat" cmpd="sng">
            <a:solidFill>
              <a:schemeClr val="accent5"/>
            </a:solidFill>
            <a:prstDash val="solid"/>
          </a:ln>
        </p:spPr>
      </p:cxnSp>
      <p:sp>
        <p:nvSpPr>
          <p:cNvPr id="6" name="Freeform 6"/>
          <p:cNvSpPr/>
          <p:nvPr/>
        </p:nvSpPr>
        <p:spPr>
          <a:xfrm>
            <a:off x="6185707" y="1403329"/>
            <a:ext cx="4944205" cy="4906393"/>
          </a:xfrm>
          <a:custGeom>
            <a:avLst/>
            <a:gdLst/>
            <a:ahLst/>
            <a:cxnLst/>
            <a:rect l="l" t="t" r="r" b="b"/>
            <a:pathLst>
              <a:path w="3090098" h="2061095">
                <a:moveTo>
                  <a:pt x="0" y="0"/>
                </a:moveTo>
                <a:lnTo>
                  <a:pt x="3090098" y="0"/>
                </a:lnTo>
                <a:lnTo>
                  <a:pt x="3090098" y="2061095"/>
                </a:lnTo>
                <a:lnTo>
                  <a:pt x="0" y="206109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9A2C">
                  <a:alpha val="80000"/>
                  <a:lumMod val="40000"/>
                  <a:lumOff val="60000"/>
                </a:srgbClr>
              </a:gs>
              <a:gs pos="85000">
                <a:srgbClr val="FF9A2C">
                  <a:alpha val="90000"/>
                  <a:lumMod val="10000"/>
                  <a:lumOff val="90000"/>
                </a:srgbClr>
              </a:gs>
            </a:gsLst>
            <a:lin ang="5400000"/>
          </a:gradFill>
          <a:ln w="12700" cap="flat" cmpd="sng">
            <a:solidFill>
              <a:schemeClr val="accent1">
                <a:alpha val="90000"/>
                <a:lumOff val="0"/>
                <a:satOff val="0"/>
                <a:tint val="40000"/>
              </a:schemeClr>
            </a:solidFill>
            <a:prstDash val="solid"/>
          </a:ln>
        </p:spPr>
        <p:txBody>
          <a:bodyPr vert="horz" wrap="square" lIns="494416" tIns="433832" rIns="433832" bIns="433832" anchor="ctr">
            <a:spAutoFit/>
          </a:bodyPr>
          <a:lstStyle/>
          <a:p>
            <a:pPr marL="0" algn="just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6702033" y="1929481"/>
            <a:ext cx="400695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Data Structure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702033" y="2664953"/>
            <a:ext cx="4006949" cy="22240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just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Features per cycle include unit, sensor measurements; enabling comprehensive model inputs.</a:t>
            </a:r>
            <a:endParaRPr lang="en-US" sz="1100"/>
          </a:p>
          <a:p>
            <a:pPr marL="0" algn="just">
              <a:lnSpc>
                <a:spcPct val="150000"/>
              </a:lnSpc>
            </a:pP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>
            <a:off x="6961979" y="2376574"/>
            <a:ext cx="2633998" cy="0"/>
          </a:xfrm>
          <a:prstGeom prst="line">
            <a:avLst/>
          </a:prstGeom>
          <a:ln w="12700" cap="flat" cmpd="sng">
            <a:solidFill>
              <a:schemeClr val="accent5"/>
            </a:solidFill>
            <a:prstDash val="solid"/>
          </a:ln>
        </p:spPr>
      </p:cxnSp>
      <p:cxnSp>
        <p:nvCxnSpPr>
          <p:cNvPr id="10" name="Connector 10"/>
          <p:cNvCxnSpPr/>
          <p:nvPr/>
        </p:nvCxnSpPr>
        <p:spPr>
          <a:xfrm>
            <a:off x="5730240" y="2533934"/>
            <a:ext cx="0" cy="2335457"/>
          </a:xfrm>
          <a:prstGeom prst="line">
            <a:avLst/>
          </a:prstGeom>
          <a:ln w="19050" cap="flat" cmpd="sng">
            <a:gradFill>
              <a:gsLst>
                <a:gs pos="0">
                  <a:srgbClr val="FF9A2C"/>
                </a:gs>
                <a:gs pos="100000">
                  <a:srgbClr val="FF9A2C">
                    <a:lumMod val="5000"/>
                    <a:lumOff val="95000"/>
                  </a:srgbClr>
                </a:gs>
              </a:gsLst>
              <a:lin ang="5400000"/>
            </a:gradFill>
            <a:prstDash val="solid"/>
          </a:ln>
        </p:spPr>
      </p:cxnSp>
      <p:cxnSp>
        <p:nvCxnSpPr>
          <p:cNvPr id="11" name="Connector 11"/>
          <p:cNvCxnSpPr/>
          <p:nvPr/>
        </p:nvCxnSpPr>
        <p:spPr>
          <a:xfrm>
            <a:off x="11685563" y="3007149"/>
            <a:ext cx="0" cy="2260238"/>
          </a:xfrm>
          <a:prstGeom prst="line">
            <a:avLst/>
          </a:prstGeom>
          <a:ln w="12700" cap="flat" cmpd="sng">
            <a:gradFill>
              <a:gsLst>
                <a:gs pos="0">
                  <a:srgbClr val="FF9A2C"/>
                </a:gs>
                <a:gs pos="100000">
                  <a:srgbClr val="FF9A2C">
                    <a:alpha val="0"/>
                    <a:lumMod val="0"/>
                    <a:lumOff val="100000"/>
                  </a:srgbClr>
                </a:gs>
              </a:gsLst>
              <a:lin ang="5400000"/>
            </a:gradFill>
            <a:prstDash val="solid"/>
          </a:ln>
        </p:spPr>
      </p:cxnSp>
      <p:cxnSp>
        <p:nvCxnSpPr>
          <p:cNvPr id="12" name="Connector 12"/>
          <p:cNvCxnSpPr/>
          <p:nvPr/>
        </p:nvCxnSpPr>
        <p:spPr>
          <a:xfrm>
            <a:off x="6185707" y="1090658"/>
            <a:ext cx="0" cy="2571831"/>
          </a:xfrm>
          <a:prstGeom prst="line">
            <a:avLst/>
          </a:prstGeom>
          <a:ln w="12700" cap="flat" cmpd="sng">
            <a:gradFill>
              <a:gsLst>
                <a:gs pos="0">
                  <a:srgbClr val="FF9A2C"/>
                </a:gs>
                <a:gs pos="100000">
                  <a:srgbClr val="FF9A2C">
                    <a:alpha val="0"/>
                    <a:lumMod val="5000"/>
                    <a:lumOff val="95000"/>
                  </a:srgbClr>
                </a:gs>
              </a:gsLst>
              <a:lin ang="5400000"/>
            </a:gradFill>
            <a:prstDash val="solid"/>
          </a:ln>
        </p:spPr>
      </p:cxnSp>
      <p:cxnSp>
        <p:nvCxnSpPr>
          <p:cNvPr id="13" name="Connector 13"/>
          <p:cNvCxnSpPr/>
          <p:nvPr/>
        </p:nvCxnSpPr>
        <p:spPr>
          <a:xfrm>
            <a:off x="11311262" y="3800241"/>
            <a:ext cx="0" cy="2335457"/>
          </a:xfrm>
          <a:prstGeom prst="line">
            <a:avLst/>
          </a:prstGeom>
          <a:ln w="19050" cap="flat" cmpd="sng">
            <a:gradFill>
              <a:gsLst>
                <a:gs pos="0">
                  <a:srgbClr val="FF9A2C"/>
                </a:gs>
                <a:gs pos="100000">
                  <a:srgbClr val="FF9A2C">
                    <a:alpha val="0"/>
                    <a:lumMod val="0"/>
                    <a:lumOff val="100000"/>
                  </a:srgbClr>
                </a:gs>
              </a:gsLst>
              <a:lin ang="5400000"/>
            </a:gradFill>
            <a:prstDash val="solid"/>
          </a:ln>
        </p:spPr>
      </p:cxnSp>
      <p:cxnSp>
        <p:nvCxnSpPr>
          <p:cNvPr id="14" name="Connector 14"/>
          <p:cNvCxnSpPr/>
          <p:nvPr/>
        </p:nvCxnSpPr>
        <p:spPr>
          <a:xfrm>
            <a:off x="5321268" y="4964772"/>
            <a:ext cx="0" cy="1353524"/>
          </a:xfrm>
          <a:prstGeom prst="line">
            <a:avLst/>
          </a:prstGeom>
          <a:ln w="12700" cap="flat" cmpd="sng">
            <a:gradFill>
              <a:gsLst>
                <a:gs pos="0">
                  <a:srgbClr val="FF9A2C"/>
                </a:gs>
                <a:gs pos="100000">
                  <a:srgbClr val="FF9A2C">
                    <a:alpha val="0"/>
                    <a:lumMod val="0"/>
                    <a:lumOff val="100000"/>
                  </a:srgbClr>
                </a:gs>
              </a:gsLst>
              <a:lin ang="5400000"/>
            </a:gradFill>
            <a:prstDash val="solid"/>
          </a:ln>
        </p:spPr>
      </p:cxnSp>
      <p:sp>
        <p:nvSpPr>
          <p:cNvPr id="15" name="TextBox 15"/>
          <p:cNvSpPr txBox="1"/>
          <p:nvPr/>
        </p:nvSpPr>
        <p:spPr>
          <a:xfrm>
            <a:off x="879231" y="2740702"/>
            <a:ext cx="4006949" cy="22240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0" algn="just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NASA's Turbofan Engine Degradation Simulation Dataset (FD001); easy to access and utilize.</a:t>
            </a:r>
            <a:endParaRPr lang="en-US" sz="1100"/>
          </a:p>
          <a:p>
            <a:pPr marL="0" algn="just">
              <a:lnSpc>
                <a:spcPct val="150000"/>
              </a:lnSpc>
            </a:pP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Multi-Model Strategy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089650" y="1732499"/>
            <a:ext cx="5721354" cy="3393001"/>
            <a:chOff x="1820863" y="1717676"/>
            <a:chExt cx="7481887" cy="4437063"/>
          </a:xfrm>
        </p:grpSpPr>
        <p:sp>
          <p:nvSpPr>
            <p:cNvPr id="4" name="AutoShape 4"/>
            <p:cNvSpPr/>
            <p:nvPr/>
          </p:nvSpPr>
          <p:spPr>
            <a:xfrm>
              <a:off x="1820863" y="5216526"/>
              <a:ext cx="7481887" cy="322263"/>
            </a:xfrm>
            <a:prstGeom prst="ellipse">
              <a:avLst/>
            </a:prstGeom>
            <a:solidFill>
              <a:srgbClr val="778495">
                <a:alpha val="15000"/>
              </a:srgbClr>
            </a:solidFill>
            <a:ln cap="flat" cmpd="sng">
              <a:prstDash val="solid"/>
            </a:ln>
          </p:spPr>
          <p:txBody>
            <a:bodyPr vert="horz" lIns="18000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5634038" y="3217863"/>
              <a:ext cx="738187" cy="941388"/>
            </a:xfrm>
            <a:custGeom>
              <a:avLst/>
              <a:gdLst/>
              <a:ahLst/>
              <a:cxnLst/>
              <a:rect l="l" t="t" r="r" b="b"/>
              <a:pathLst>
                <a:path w="258" h="329">
                  <a:moveTo>
                    <a:pt x="122" y="0"/>
                  </a:moveTo>
                  <a:cubicBezTo>
                    <a:pt x="122" y="0"/>
                    <a:pt x="258" y="260"/>
                    <a:pt x="148" y="295"/>
                  </a:cubicBezTo>
                  <a:cubicBezTo>
                    <a:pt x="37" y="329"/>
                    <a:pt x="0" y="254"/>
                    <a:pt x="0" y="254"/>
                  </a:cubicBezTo>
                  <a:cubicBezTo>
                    <a:pt x="3" y="33"/>
                    <a:pt x="3" y="33"/>
                    <a:pt x="3" y="33"/>
                  </a:cubicBezTo>
                  <a:lnTo>
                    <a:pt x="122" y="0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2757488" y="5035551"/>
              <a:ext cx="5373687" cy="260350"/>
            </a:xfrm>
            <a:custGeom>
              <a:avLst/>
              <a:gdLst/>
              <a:ahLst/>
              <a:cxnLst/>
              <a:rect l="l" t="t" r="r" b="b"/>
              <a:pathLst>
                <a:path w="1881" h="91">
                  <a:moveTo>
                    <a:pt x="1835" y="91"/>
                  </a:moveTo>
                  <a:cubicBezTo>
                    <a:pt x="46" y="91"/>
                    <a:pt x="46" y="91"/>
                    <a:pt x="46" y="91"/>
                  </a:cubicBezTo>
                  <a:cubicBezTo>
                    <a:pt x="20" y="91"/>
                    <a:pt x="0" y="71"/>
                    <a:pt x="0" y="46"/>
                  </a:cubicBezTo>
                  <a:cubicBezTo>
                    <a:pt x="0" y="20"/>
                    <a:pt x="20" y="0"/>
                    <a:pt x="46" y="0"/>
                  </a:cubicBezTo>
                  <a:cubicBezTo>
                    <a:pt x="1835" y="0"/>
                    <a:pt x="1835" y="0"/>
                    <a:pt x="1835" y="0"/>
                  </a:cubicBezTo>
                  <a:cubicBezTo>
                    <a:pt x="1860" y="0"/>
                    <a:pt x="1881" y="20"/>
                    <a:pt x="1881" y="46"/>
                  </a:cubicBezTo>
                  <a:cubicBezTo>
                    <a:pt x="1881" y="71"/>
                    <a:pt x="1860" y="91"/>
                    <a:pt x="1835" y="91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7127875" y="3014663"/>
              <a:ext cx="1714500" cy="1433513"/>
            </a:xfrm>
            <a:custGeom>
              <a:avLst/>
              <a:gdLst/>
              <a:ahLst/>
              <a:cxnLst/>
              <a:rect l="l" t="t" r="r" b="b"/>
              <a:pathLst>
                <a:path w="600" h="501">
                  <a:moveTo>
                    <a:pt x="252" y="493"/>
                  </a:moveTo>
                  <a:cubicBezTo>
                    <a:pt x="252" y="493"/>
                    <a:pt x="0" y="190"/>
                    <a:pt x="26" y="176"/>
                  </a:cubicBezTo>
                  <a:cubicBezTo>
                    <a:pt x="51" y="162"/>
                    <a:pt x="152" y="295"/>
                    <a:pt x="152" y="295"/>
                  </a:cubicBezTo>
                  <a:cubicBezTo>
                    <a:pt x="152" y="295"/>
                    <a:pt x="38" y="74"/>
                    <a:pt x="56" y="65"/>
                  </a:cubicBezTo>
                  <a:cubicBezTo>
                    <a:pt x="74" y="56"/>
                    <a:pt x="265" y="419"/>
                    <a:pt x="265" y="419"/>
                  </a:cubicBezTo>
                  <a:cubicBezTo>
                    <a:pt x="265" y="419"/>
                    <a:pt x="207" y="14"/>
                    <a:pt x="228" y="7"/>
                  </a:cubicBezTo>
                  <a:cubicBezTo>
                    <a:pt x="250" y="0"/>
                    <a:pt x="314" y="411"/>
                    <a:pt x="314" y="411"/>
                  </a:cubicBezTo>
                  <a:cubicBezTo>
                    <a:pt x="314" y="411"/>
                    <a:pt x="365" y="80"/>
                    <a:pt x="389" y="98"/>
                  </a:cubicBezTo>
                  <a:cubicBezTo>
                    <a:pt x="414" y="115"/>
                    <a:pt x="366" y="404"/>
                    <a:pt x="366" y="404"/>
                  </a:cubicBezTo>
                  <a:cubicBezTo>
                    <a:pt x="366" y="404"/>
                    <a:pt x="473" y="167"/>
                    <a:pt x="469" y="203"/>
                  </a:cubicBezTo>
                  <a:cubicBezTo>
                    <a:pt x="465" y="238"/>
                    <a:pt x="423" y="412"/>
                    <a:pt x="423" y="412"/>
                  </a:cubicBezTo>
                  <a:cubicBezTo>
                    <a:pt x="423" y="412"/>
                    <a:pt x="600" y="110"/>
                    <a:pt x="595" y="160"/>
                  </a:cubicBezTo>
                  <a:cubicBezTo>
                    <a:pt x="590" y="209"/>
                    <a:pt x="434" y="501"/>
                    <a:pt x="434" y="501"/>
                  </a:cubicBezTo>
                  <a:lnTo>
                    <a:pt x="252" y="493"/>
                  </a:lnTo>
                  <a:close/>
                </a:path>
              </a:pathLst>
            </a:custGeom>
            <a:solidFill>
              <a:srgbClr val="83997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7562850" y="4327526"/>
              <a:ext cx="900112" cy="985838"/>
            </a:xfrm>
            <a:custGeom>
              <a:avLst/>
              <a:gdLst/>
              <a:ahLst/>
              <a:cxnLst/>
              <a:rect l="l" t="t" r="r" b="b"/>
              <a:pathLst>
                <a:path w="315" h="345">
                  <a:moveTo>
                    <a:pt x="58" y="345"/>
                  </a:moveTo>
                  <a:cubicBezTo>
                    <a:pt x="265" y="342"/>
                    <a:pt x="265" y="342"/>
                    <a:pt x="265" y="342"/>
                  </a:cubicBezTo>
                  <a:cubicBezTo>
                    <a:pt x="276" y="342"/>
                    <a:pt x="285" y="334"/>
                    <a:pt x="286" y="324"/>
                  </a:cubicBezTo>
                  <a:cubicBezTo>
                    <a:pt x="314" y="23"/>
                    <a:pt x="314" y="23"/>
                    <a:pt x="314" y="23"/>
                  </a:cubicBezTo>
                  <a:cubicBezTo>
                    <a:pt x="315" y="10"/>
                    <a:pt x="305" y="0"/>
                    <a:pt x="292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10" y="4"/>
                    <a:pt x="0" y="14"/>
                    <a:pt x="1" y="26"/>
                  </a:cubicBezTo>
                  <a:cubicBezTo>
                    <a:pt x="36" y="327"/>
                    <a:pt x="36" y="327"/>
                    <a:pt x="36" y="327"/>
                  </a:cubicBezTo>
                  <a:cubicBezTo>
                    <a:pt x="38" y="337"/>
                    <a:pt x="47" y="345"/>
                    <a:pt x="58" y="345"/>
                  </a:cubicBezTo>
                  <a:close/>
                </a:path>
              </a:pathLst>
            </a:custGeom>
            <a:solidFill>
              <a:srgbClr val="EA983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>
              <a:off x="7691438" y="4327526"/>
              <a:ext cx="903287" cy="985838"/>
            </a:xfrm>
            <a:custGeom>
              <a:avLst/>
              <a:gdLst/>
              <a:ahLst/>
              <a:cxnLst/>
              <a:rect l="l" t="t" r="r" b="b"/>
              <a:pathLst>
                <a:path w="316" h="345">
                  <a:moveTo>
                    <a:pt x="59" y="344"/>
                  </a:moveTo>
                  <a:cubicBezTo>
                    <a:pt x="266" y="342"/>
                    <a:pt x="266" y="342"/>
                    <a:pt x="266" y="342"/>
                  </a:cubicBezTo>
                  <a:cubicBezTo>
                    <a:pt x="277" y="342"/>
                    <a:pt x="286" y="334"/>
                    <a:pt x="287" y="323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6" y="10"/>
                    <a:pt x="306" y="0"/>
                    <a:pt x="293" y="0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10" y="3"/>
                    <a:pt x="0" y="14"/>
                    <a:pt x="2" y="26"/>
                  </a:cubicBezTo>
                  <a:cubicBezTo>
                    <a:pt x="37" y="326"/>
                    <a:pt x="37" y="326"/>
                    <a:pt x="37" y="326"/>
                  </a:cubicBezTo>
                  <a:cubicBezTo>
                    <a:pt x="38" y="337"/>
                    <a:pt x="48" y="345"/>
                    <a:pt x="59" y="344"/>
                  </a:cubicBez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043488" y="3975101"/>
              <a:ext cx="574675" cy="1112838"/>
            </a:xfrm>
            <a:custGeom>
              <a:avLst/>
              <a:gdLst/>
              <a:ahLst/>
              <a:cxnLst/>
              <a:rect l="l" t="t" r="r" b="b"/>
              <a:pathLst>
                <a:path w="362" h="701">
                  <a:moveTo>
                    <a:pt x="324" y="701"/>
                  </a:moveTo>
                  <a:lnTo>
                    <a:pt x="3" y="701"/>
                  </a:lnTo>
                  <a:lnTo>
                    <a:pt x="0" y="0"/>
                  </a:lnTo>
                  <a:lnTo>
                    <a:pt x="362" y="0"/>
                  </a:lnTo>
                  <a:lnTo>
                    <a:pt x="324" y="701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297238" y="3975101"/>
              <a:ext cx="1968500" cy="1538288"/>
            </a:xfrm>
            <a:custGeom>
              <a:avLst/>
              <a:gdLst/>
              <a:ahLst/>
              <a:cxnLst/>
              <a:rect l="l" t="t" r="r" b="b"/>
              <a:pathLst>
                <a:path w="689" h="538">
                  <a:moveTo>
                    <a:pt x="460" y="57"/>
                  </a:moveTo>
                  <a:cubicBezTo>
                    <a:pt x="460" y="57"/>
                    <a:pt x="48" y="166"/>
                    <a:pt x="24" y="323"/>
                  </a:cubicBezTo>
                  <a:cubicBezTo>
                    <a:pt x="0" y="481"/>
                    <a:pt x="273" y="519"/>
                    <a:pt x="411" y="528"/>
                  </a:cubicBezTo>
                  <a:cubicBezTo>
                    <a:pt x="550" y="538"/>
                    <a:pt x="611" y="478"/>
                    <a:pt x="611" y="478"/>
                  </a:cubicBezTo>
                  <a:cubicBezTo>
                    <a:pt x="689" y="0"/>
                    <a:pt x="689" y="0"/>
                    <a:pt x="689" y="0"/>
                  </a:cubicBezTo>
                  <a:lnTo>
                    <a:pt x="460" y="5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86388" y="3975101"/>
              <a:ext cx="1968500" cy="1538288"/>
            </a:xfrm>
            <a:custGeom>
              <a:avLst/>
              <a:gdLst/>
              <a:ahLst/>
              <a:cxnLst/>
              <a:rect l="l" t="t" r="r" b="b"/>
              <a:pathLst>
                <a:path w="689" h="538">
                  <a:moveTo>
                    <a:pt x="229" y="57"/>
                  </a:moveTo>
                  <a:cubicBezTo>
                    <a:pt x="229" y="57"/>
                    <a:pt x="641" y="166"/>
                    <a:pt x="665" y="323"/>
                  </a:cubicBezTo>
                  <a:cubicBezTo>
                    <a:pt x="689" y="481"/>
                    <a:pt x="386" y="519"/>
                    <a:pt x="248" y="528"/>
                  </a:cubicBezTo>
                  <a:cubicBezTo>
                    <a:pt x="110" y="538"/>
                    <a:pt x="93" y="465"/>
                    <a:pt x="93" y="465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9" y="5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471988" y="2532063"/>
              <a:ext cx="1387475" cy="1670050"/>
            </a:xfrm>
            <a:custGeom>
              <a:avLst/>
              <a:gdLst/>
              <a:ahLst/>
              <a:cxnLst/>
              <a:rect l="l" t="t" r="r" b="b"/>
              <a:pathLst>
                <a:path w="486" h="584">
                  <a:moveTo>
                    <a:pt x="486" y="547"/>
                  </a:moveTo>
                  <a:cubicBezTo>
                    <a:pt x="486" y="547"/>
                    <a:pt x="465" y="80"/>
                    <a:pt x="361" y="42"/>
                  </a:cubicBezTo>
                  <a:cubicBezTo>
                    <a:pt x="248" y="0"/>
                    <a:pt x="72" y="27"/>
                    <a:pt x="36" y="92"/>
                  </a:cubicBezTo>
                  <a:cubicBezTo>
                    <a:pt x="0" y="157"/>
                    <a:pt x="68" y="558"/>
                    <a:pt x="68" y="558"/>
                  </a:cubicBezTo>
                  <a:cubicBezTo>
                    <a:pt x="68" y="558"/>
                    <a:pt x="292" y="584"/>
                    <a:pt x="486" y="547"/>
                  </a:cubicBez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968875" y="2424113"/>
              <a:ext cx="303212" cy="347663"/>
            </a:xfrm>
            <a:custGeom>
              <a:avLst/>
              <a:gdLst/>
              <a:ahLst/>
              <a:cxnLst/>
              <a:rect l="l" t="t" r="r" b="b"/>
              <a:pathLst>
                <a:path w="106" h="122">
                  <a:moveTo>
                    <a:pt x="8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6" y="108"/>
                    <a:pt x="53" y="116"/>
                  </a:cubicBezTo>
                  <a:cubicBezTo>
                    <a:pt x="88" y="122"/>
                    <a:pt x="106" y="113"/>
                    <a:pt x="106" y="113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105" y="32"/>
                    <a:pt x="105" y="32"/>
                    <a:pt x="105" y="32"/>
                  </a:cubicBezTo>
                  <a:cubicBezTo>
                    <a:pt x="22" y="5"/>
                    <a:pt x="22" y="5"/>
                    <a:pt x="22" y="5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032375" y="2438401"/>
              <a:ext cx="236537" cy="190500"/>
            </a:xfrm>
            <a:custGeom>
              <a:avLst/>
              <a:gdLst/>
              <a:ahLst/>
              <a:cxnLst/>
              <a:rect l="l" t="t" r="r" b="b"/>
              <a:pathLst>
                <a:path w="83" h="67">
                  <a:moveTo>
                    <a:pt x="0" y="0"/>
                  </a:moveTo>
                  <a:cubicBezTo>
                    <a:pt x="0" y="2"/>
                    <a:pt x="0" y="4"/>
                    <a:pt x="1" y="8"/>
                  </a:cubicBezTo>
                  <a:cubicBezTo>
                    <a:pt x="15" y="49"/>
                    <a:pt x="63" y="63"/>
                    <a:pt x="83" y="67"/>
                  </a:cubicBezTo>
                  <a:cubicBezTo>
                    <a:pt x="83" y="27"/>
                    <a:pt x="83" y="27"/>
                    <a:pt x="83" y="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814888" y="1717676"/>
              <a:ext cx="647700" cy="889000"/>
            </a:xfrm>
            <a:custGeom>
              <a:avLst/>
              <a:gdLst/>
              <a:ahLst/>
              <a:cxnLst/>
              <a:rect l="l" t="t" r="r" b="b"/>
              <a:pathLst>
                <a:path w="227" h="311">
                  <a:moveTo>
                    <a:pt x="195" y="97"/>
                  </a:moveTo>
                  <a:cubicBezTo>
                    <a:pt x="195" y="97"/>
                    <a:pt x="227" y="202"/>
                    <a:pt x="205" y="257"/>
                  </a:cubicBezTo>
                  <a:cubicBezTo>
                    <a:pt x="182" y="311"/>
                    <a:pt x="132" y="296"/>
                    <a:pt x="103" y="282"/>
                  </a:cubicBezTo>
                  <a:cubicBezTo>
                    <a:pt x="74" y="267"/>
                    <a:pt x="62" y="247"/>
                    <a:pt x="62" y="247"/>
                  </a:cubicBezTo>
                  <a:cubicBezTo>
                    <a:pt x="62" y="247"/>
                    <a:pt x="32" y="253"/>
                    <a:pt x="16" y="225"/>
                  </a:cubicBezTo>
                  <a:cubicBezTo>
                    <a:pt x="0" y="196"/>
                    <a:pt x="15" y="167"/>
                    <a:pt x="32" y="162"/>
                  </a:cubicBezTo>
                  <a:cubicBezTo>
                    <a:pt x="49" y="156"/>
                    <a:pt x="68" y="170"/>
                    <a:pt x="68" y="17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137" y="0"/>
                    <a:pt x="195" y="97"/>
                  </a:cubicBez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5297488" y="2217738"/>
              <a:ext cx="53975" cy="139700"/>
            </a:xfrm>
            <a:custGeom>
              <a:avLst/>
              <a:gdLst/>
              <a:ahLst/>
              <a:cxnLst/>
              <a:rect l="l" t="t" r="r" b="b"/>
              <a:pathLst>
                <a:path w="19" h="49">
                  <a:moveTo>
                    <a:pt x="7" y="49"/>
                  </a:moveTo>
                  <a:cubicBezTo>
                    <a:pt x="6" y="49"/>
                    <a:pt x="6" y="49"/>
                    <a:pt x="6" y="49"/>
                  </a:cubicBezTo>
                  <a:cubicBezTo>
                    <a:pt x="4" y="48"/>
                    <a:pt x="3" y="46"/>
                    <a:pt x="4" y="44"/>
                  </a:cubicBezTo>
                  <a:cubicBezTo>
                    <a:pt x="12" y="27"/>
                    <a:pt x="1" y="5"/>
                    <a:pt x="0" y="5"/>
                  </a:cubicBezTo>
                  <a:cubicBezTo>
                    <a:pt x="0" y="3"/>
                    <a:pt x="0" y="1"/>
                    <a:pt x="2" y="0"/>
                  </a:cubicBezTo>
                  <a:cubicBezTo>
                    <a:pt x="3" y="0"/>
                    <a:pt x="5" y="0"/>
                    <a:pt x="6" y="2"/>
                  </a:cubicBezTo>
                  <a:cubicBezTo>
                    <a:pt x="7" y="3"/>
                    <a:pt x="19" y="26"/>
                    <a:pt x="10" y="47"/>
                  </a:cubicBezTo>
                  <a:cubicBezTo>
                    <a:pt x="9" y="48"/>
                    <a:pt x="8" y="49"/>
                    <a:pt x="7" y="49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903788" y="2225676"/>
              <a:ext cx="87312" cy="112713"/>
            </a:xfrm>
            <a:custGeom>
              <a:avLst/>
              <a:gdLst/>
              <a:ahLst/>
              <a:cxnLst/>
              <a:rect l="l" t="t" r="r" b="b"/>
              <a:pathLst>
                <a:path w="31" h="39">
                  <a:moveTo>
                    <a:pt x="27" y="39"/>
                  </a:moveTo>
                  <a:cubicBezTo>
                    <a:pt x="26" y="39"/>
                    <a:pt x="25" y="38"/>
                    <a:pt x="24" y="37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5" y="0"/>
                    <a:pt x="6" y="2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1" y="35"/>
                    <a:pt x="30" y="37"/>
                    <a:pt x="29" y="38"/>
                  </a:cubicBezTo>
                  <a:cubicBezTo>
                    <a:pt x="28" y="39"/>
                    <a:pt x="28" y="39"/>
                    <a:pt x="27" y="39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891088" y="2286001"/>
              <a:ext cx="74612" cy="20638"/>
            </a:xfrm>
            <a:custGeom>
              <a:avLst/>
              <a:gdLst/>
              <a:ahLst/>
              <a:cxnLst/>
              <a:rect l="l" t="t" r="r" b="b"/>
              <a:pathLst>
                <a:path w="26" h="7">
                  <a:moveTo>
                    <a:pt x="3" y="7"/>
                  </a:moveTo>
                  <a:cubicBezTo>
                    <a:pt x="1" y="7"/>
                    <a:pt x="0" y="5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4" y="0"/>
                    <a:pt x="25" y="1"/>
                    <a:pt x="26" y="3"/>
                  </a:cubicBezTo>
                  <a:cubicBezTo>
                    <a:pt x="26" y="5"/>
                    <a:pt x="24" y="6"/>
                    <a:pt x="22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4832350" y="1725613"/>
              <a:ext cx="722312" cy="500063"/>
            </a:xfrm>
            <a:custGeom>
              <a:avLst/>
              <a:gdLst/>
              <a:ahLst/>
              <a:cxnLst/>
              <a:rect l="l" t="t" r="r" b="b"/>
              <a:pathLst>
                <a:path w="253" h="175">
                  <a:moveTo>
                    <a:pt x="62" y="167"/>
                  </a:moveTo>
                  <a:cubicBezTo>
                    <a:pt x="62" y="167"/>
                    <a:pt x="71" y="175"/>
                    <a:pt x="80" y="165"/>
                  </a:cubicBezTo>
                  <a:cubicBezTo>
                    <a:pt x="89" y="154"/>
                    <a:pt x="77" y="117"/>
                    <a:pt x="77" y="117"/>
                  </a:cubicBezTo>
                  <a:cubicBezTo>
                    <a:pt x="77" y="117"/>
                    <a:pt x="107" y="128"/>
                    <a:pt x="127" y="120"/>
                  </a:cubicBezTo>
                  <a:cubicBezTo>
                    <a:pt x="147" y="112"/>
                    <a:pt x="160" y="85"/>
                    <a:pt x="160" y="85"/>
                  </a:cubicBezTo>
                  <a:cubicBezTo>
                    <a:pt x="160" y="85"/>
                    <a:pt x="220" y="122"/>
                    <a:pt x="232" y="79"/>
                  </a:cubicBezTo>
                  <a:cubicBezTo>
                    <a:pt x="253" y="11"/>
                    <a:pt x="159" y="27"/>
                    <a:pt x="159" y="27"/>
                  </a:cubicBezTo>
                  <a:cubicBezTo>
                    <a:pt x="159" y="27"/>
                    <a:pt x="157" y="0"/>
                    <a:pt x="98" y="14"/>
                  </a:cubicBezTo>
                  <a:cubicBezTo>
                    <a:pt x="45" y="26"/>
                    <a:pt x="40" y="90"/>
                    <a:pt x="40" y="90"/>
                  </a:cubicBezTo>
                  <a:cubicBezTo>
                    <a:pt x="40" y="90"/>
                    <a:pt x="20" y="77"/>
                    <a:pt x="10" y="110"/>
                  </a:cubicBezTo>
                  <a:cubicBezTo>
                    <a:pt x="0" y="142"/>
                    <a:pt x="16" y="165"/>
                    <a:pt x="16" y="165"/>
                  </a:cubicBezTo>
                  <a:cubicBezTo>
                    <a:pt x="16" y="165"/>
                    <a:pt x="40" y="154"/>
                    <a:pt x="62" y="16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5154613" y="2078038"/>
              <a:ext cx="82550" cy="47625"/>
            </a:xfrm>
            <a:custGeom>
              <a:avLst/>
              <a:gdLst/>
              <a:ahLst/>
              <a:cxnLst/>
              <a:rect l="l" t="t" r="r" b="b"/>
              <a:pathLst>
                <a:path w="29" h="17">
                  <a:moveTo>
                    <a:pt x="3" y="17"/>
                  </a:moveTo>
                  <a:cubicBezTo>
                    <a:pt x="3" y="17"/>
                    <a:pt x="2" y="17"/>
                    <a:pt x="1" y="17"/>
                  </a:cubicBezTo>
                  <a:cubicBezTo>
                    <a:pt x="0" y="16"/>
                    <a:pt x="0" y="14"/>
                    <a:pt x="1" y="12"/>
                  </a:cubicBezTo>
                  <a:cubicBezTo>
                    <a:pt x="9" y="0"/>
                    <a:pt x="25" y="5"/>
                    <a:pt x="26" y="6"/>
                  </a:cubicBezTo>
                  <a:cubicBezTo>
                    <a:pt x="28" y="6"/>
                    <a:pt x="29" y="8"/>
                    <a:pt x="28" y="10"/>
                  </a:cubicBezTo>
                  <a:cubicBezTo>
                    <a:pt x="27" y="11"/>
                    <a:pt x="26" y="12"/>
                    <a:pt x="24" y="12"/>
                  </a:cubicBezTo>
                  <a:cubicBezTo>
                    <a:pt x="23" y="12"/>
                    <a:pt x="12" y="8"/>
                    <a:pt x="6" y="16"/>
                  </a:cubicBezTo>
                  <a:cubicBezTo>
                    <a:pt x="5" y="17"/>
                    <a:pt x="4" y="17"/>
                    <a:pt x="3" y="1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11775" y="2079626"/>
              <a:ext cx="85725" cy="41275"/>
            </a:xfrm>
            <a:custGeom>
              <a:avLst/>
              <a:gdLst/>
              <a:ahLst/>
              <a:cxnLst/>
              <a:rect l="l" t="t" r="r" b="b"/>
              <a:pathLst>
                <a:path w="30" h="14">
                  <a:moveTo>
                    <a:pt x="27" y="14"/>
                  </a:moveTo>
                  <a:cubicBezTo>
                    <a:pt x="26" y="14"/>
                    <a:pt x="25" y="14"/>
                    <a:pt x="24" y="13"/>
                  </a:cubicBezTo>
                  <a:cubicBezTo>
                    <a:pt x="23" y="11"/>
                    <a:pt x="18" y="7"/>
                    <a:pt x="13" y="7"/>
                  </a:cubicBezTo>
                  <a:cubicBezTo>
                    <a:pt x="10" y="7"/>
                    <a:pt x="8" y="8"/>
                    <a:pt x="6" y="10"/>
                  </a:cubicBezTo>
                  <a:cubicBezTo>
                    <a:pt x="5" y="12"/>
                    <a:pt x="3" y="12"/>
                    <a:pt x="1" y="11"/>
                  </a:cubicBezTo>
                  <a:cubicBezTo>
                    <a:pt x="0" y="9"/>
                    <a:pt x="0" y="7"/>
                    <a:pt x="1" y="6"/>
                  </a:cubicBezTo>
                  <a:cubicBezTo>
                    <a:pt x="4" y="2"/>
                    <a:pt x="8" y="0"/>
                    <a:pt x="13" y="0"/>
                  </a:cubicBezTo>
                  <a:cubicBezTo>
                    <a:pt x="21" y="0"/>
                    <a:pt x="29" y="9"/>
                    <a:pt x="29" y="9"/>
                  </a:cubicBezTo>
                  <a:cubicBezTo>
                    <a:pt x="30" y="10"/>
                    <a:pt x="30" y="12"/>
                    <a:pt x="29" y="13"/>
                  </a:cubicBezTo>
                  <a:cubicBezTo>
                    <a:pt x="28" y="14"/>
                    <a:pt x="27" y="14"/>
                    <a:pt x="27" y="1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503863" y="2652713"/>
              <a:ext cx="598487" cy="1065213"/>
            </a:xfrm>
            <a:custGeom>
              <a:avLst/>
              <a:gdLst/>
              <a:ahLst/>
              <a:cxnLst/>
              <a:rect l="l" t="t" r="r" b="b"/>
              <a:pathLst>
                <a:path w="210" h="373">
                  <a:moveTo>
                    <a:pt x="210" y="252"/>
                  </a:moveTo>
                  <a:cubicBezTo>
                    <a:pt x="210" y="252"/>
                    <a:pt x="158" y="278"/>
                    <a:pt x="103" y="324"/>
                  </a:cubicBezTo>
                  <a:cubicBezTo>
                    <a:pt x="44" y="373"/>
                    <a:pt x="0" y="0"/>
                    <a:pt x="0" y="0"/>
                  </a:cubicBezTo>
                  <a:cubicBezTo>
                    <a:pt x="0" y="0"/>
                    <a:pt x="125" y="54"/>
                    <a:pt x="210" y="252"/>
                  </a:cubicBez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5737225" y="3060701"/>
              <a:ext cx="82550" cy="503238"/>
            </a:xfrm>
            <a:custGeom>
              <a:avLst/>
              <a:gdLst/>
              <a:ahLst/>
              <a:cxnLst/>
              <a:rect l="l" t="t" r="r" b="b"/>
              <a:pathLst>
                <a:path w="29" h="176">
                  <a:moveTo>
                    <a:pt x="26" y="176"/>
                  </a:moveTo>
                  <a:cubicBezTo>
                    <a:pt x="24" y="176"/>
                    <a:pt x="23" y="174"/>
                    <a:pt x="23" y="173"/>
                  </a:cubicBezTo>
                  <a:cubicBezTo>
                    <a:pt x="20" y="108"/>
                    <a:pt x="0" y="5"/>
                    <a:pt x="0" y="4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6" y="4"/>
                    <a:pt x="27" y="107"/>
                    <a:pt x="29" y="172"/>
                  </a:cubicBezTo>
                  <a:cubicBezTo>
                    <a:pt x="29" y="174"/>
                    <a:pt x="28" y="176"/>
                    <a:pt x="26" y="176"/>
                  </a:cubicBezTo>
                  <a:cubicBezTo>
                    <a:pt x="26" y="176"/>
                    <a:pt x="26" y="176"/>
                    <a:pt x="26" y="17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940300" y="2640013"/>
              <a:ext cx="368300" cy="138113"/>
            </a:xfrm>
            <a:custGeom>
              <a:avLst/>
              <a:gdLst/>
              <a:ahLst/>
              <a:cxnLst/>
              <a:rect l="l" t="t" r="r" b="b"/>
              <a:pathLst>
                <a:path w="129" h="48">
                  <a:moveTo>
                    <a:pt x="84" y="47"/>
                  </a:moveTo>
                  <a:cubicBezTo>
                    <a:pt x="75" y="47"/>
                    <a:pt x="65" y="46"/>
                    <a:pt x="53" y="43"/>
                  </a:cubicBezTo>
                  <a:cubicBezTo>
                    <a:pt x="8" y="33"/>
                    <a:pt x="0" y="6"/>
                    <a:pt x="0" y="5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4" y="0"/>
                    <a:pt x="6" y="1"/>
                    <a:pt x="6" y="3"/>
                  </a:cubicBezTo>
                  <a:cubicBezTo>
                    <a:pt x="7" y="4"/>
                    <a:pt x="14" y="27"/>
                    <a:pt x="54" y="37"/>
                  </a:cubicBezTo>
                  <a:cubicBezTo>
                    <a:pt x="102" y="48"/>
                    <a:pt x="123" y="30"/>
                    <a:pt x="124" y="30"/>
                  </a:cubicBezTo>
                  <a:cubicBezTo>
                    <a:pt x="125" y="29"/>
                    <a:pt x="127" y="29"/>
                    <a:pt x="128" y="30"/>
                  </a:cubicBezTo>
                  <a:cubicBezTo>
                    <a:pt x="129" y="31"/>
                    <a:pt x="129" y="34"/>
                    <a:pt x="128" y="35"/>
                  </a:cubicBezTo>
                  <a:cubicBezTo>
                    <a:pt x="127" y="35"/>
                    <a:pt x="113" y="47"/>
                    <a:pt x="84" y="4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180013" y="2374901"/>
              <a:ext cx="80962" cy="65088"/>
            </a:xfrm>
            <a:custGeom>
              <a:avLst/>
              <a:gdLst/>
              <a:ahLst/>
              <a:cxnLst/>
              <a:rect l="l" t="t" r="r" b="b"/>
              <a:pathLst>
                <a:path w="28" h="23">
                  <a:moveTo>
                    <a:pt x="25" y="23"/>
                  </a:moveTo>
                  <a:cubicBezTo>
                    <a:pt x="24" y="23"/>
                    <a:pt x="24" y="23"/>
                    <a:pt x="24" y="23"/>
                  </a:cubicBezTo>
                  <a:cubicBezTo>
                    <a:pt x="23" y="23"/>
                    <a:pt x="7" y="18"/>
                    <a:pt x="1" y="5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4" y="0"/>
                    <a:pt x="6" y="1"/>
                    <a:pt x="7" y="2"/>
                  </a:cubicBezTo>
                  <a:cubicBezTo>
                    <a:pt x="12" y="13"/>
                    <a:pt x="26" y="17"/>
                    <a:pt x="26" y="17"/>
                  </a:cubicBezTo>
                  <a:cubicBezTo>
                    <a:pt x="27" y="17"/>
                    <a:pt x="28" y="19"/>
                    <a:pt x="28" y="21"/>
                  </a:cubicBezTo>
                  <a:cubicBezTo>
                    <a:pt x="27" y="22"/>
                    <a:pt x="26" y="23"/>
                    <a:pt x="25" y="23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557713" y="4876801"/>
              <a:ext cx="736600" cy="1277938"/>
            </a:xfrm>
            <a:custGeom>
              <a:avLst/>
              <a:gdLst/>
              <a:ahLst/>
              <a:cxnLst/>
              <a:rect l="l" t="t" r="r" b="b"/>
              <a:pathLst>
                <a:path w="258" h="447">
                  <a:moveTo>
                    <a:pt x="0" y="159"/>
                  </a:moveTo>
                  <a:cubicBezTo>
                    <a:pt x="0" y="159"/>
                    <a:pt x="88" y="223"/>
                    <a:pt x="90" y="231"/>
                  </a:cubicBezTo>
                  <a:cubicBezTo>
                    <a:pt x="92" y="239"/>
                    <a:pt x="127" y="407"/>
                    <a:pt x="152" y="427"/>
                  </a:cubicBezTo>
                  <a:cubicBezTo>
                    <a:pt x="178" y="447"/>
                    <a:pt x="201" y="434"/>
                    <a:pt x="201" y="434"/>
                  </a:cubicBezTo>
                  <a:cubicBezTo>
                    <a:pt x="201" y="434"/>
                    <a:pt x="258" y="59"/>
                    <a:pt x="253" y="46"/>
                  </a:cubicBezTo>
                  <a:cubicBezTo>
                    <a:pt x="248" y="32"/>
                    <a:pt x="88" y="0"/>
                    <a:pt x="88" y="0"/>
                  </a:cubicBezTo>
                  <a:lnTo>
                    <a:pt x="0" y="159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094288" y="4973638"/>
              <a:ext cx="274637" cy="1174750"/>
            </a:xfrm>
            <a:custGeom>
              <a:avLst/>
              <a:gdLst/>
              <a:ahLst/>
              <a:cxnLst/>
              <a:rect l="l" t="t" r="r" b="b"/>
              <a:pathLst>
                <a:path w="173" h="740">
                  <a:moveTo>
                    <a:pt x="0" y="727"/>
                  </a:moveTo>
                  <a:lnTo>
                    <a:pt x="74" y="0"/>
                  </a:lnTo>
                  <a:lnTo>
                    <a:pt x="173" y="16"/>
                  </a:lnTo>
                  <a:lnTo>
                    <a:pt x="81" y="740"/>
                  </a:lnTo>
                  <a:lnTo>
                    <a:pt x="0" y="7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857750" y="5680076"/>
              <a:ext cx="300037" cy="204788"/>
            </a:xfrm>
            <a:custGeom>
              <a:avLst/>
              <a:gdLst/>
              <a:ahLst/>
              <a:cxnLst/>
              <a:rect l="l" t="t" r="r" b="b"/>
              <a:pathLst>
                <a:path w="189" h="129">
                  <a:moveTo>
                    <a:pt x="29" y="129"/>
                  </a:moveTo>
                  <a:lnTo>
                    <a:pt x="0" y="28"/>
                  </a:lnTo>
                  <a:lnTo>
                    <a:pt x="178" y="0"/>
                  </a:lnTo>
                  <a:lnTo>
                    <a:pt x="189" y="92"/>
                  </a:lnTo>
                  <a:lnTo>
                    <a:pt x="29" y="1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365750" y="4867276"/>
              <a:ext cx="736600" cy="1274763"/>
            </a:xfrm>
            <a:custGeom>
              <a:avLst/>
              <a:gdLst/>
              <a:ahLst/>
              <a:cxnLst/>
              <a:rect l="l" t="t" r="r" b="b"/>
              <a:pathLst>
                <a:path w="258" h="446">
                  <a:moveTo>
                    <a:pt x="258" y="158"/>
                  </a:moveTo>
                  <a:cubicBezTo>
                    <a:pt x="258" y="158"/>
                    <a:pt x="170" y="222"/>
                    <a:pt x="168" y="230"/>
                  </a:cubicBezTo>
                  <a:cubicBezTo>
                    <a:pt x="166" y="238"/>
                    <a:pt x="131" y="406"/>
                    <a:pt x="105" y="426"/>
                  </a:cubicBezTo>
                  <a:cubicBezTo>
                    <a:pt x="80" y="446"/>
                    <a:pt x="57" y="433"/>
                    <a:pt x="57" y="433"/>
                  </a:cubicBezTo>
                  <a:cubicBezTo>
                    <a:pt x="57" y="433"/>
                    <a:pt x="0" y="59"/>
                    <a:pt x="5" y="45"/>
                  </a:cubicBezTo>
                  <a:cubicBezTo>
                    <a:pt x="10" y="31"/>
                    <a:pt x="169" y="0"/>
                    <a:pt x="169" y="0"/>
                  </a:cubicBezTo>
                  <a:lnTo>
                    <a:pt x="258" y="158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5291138" y="4964113"/>
              <a:ext cx="274637" cy="1176338"/>
            </a:xfrm>
            <a:custGeom>
              <a:avLst/>
              <a:gdLst/>
              <a:ahLst/>
              <a:cxnLst/>
              <a:rect l="l" t="t" r="r" b="b"/>
              <a:pathLst>
                <a:path w="173" h="741">
                  <a:moveTo>
                    <a:pt x="173" y="726"/>
                  </a:moveTo>
                  <a:lnTo>
                    <a:pt x="98" y="0"/>
                  </a:lnTo>
                  <a:lnTo>
                    <a:pt x="0" y="15"/>
                  </a:lnTo>
                  <a:lnTo>
                    <a:pt x="90" y="741"/>
                  </a:lnTo>
                  <a:lnTo>
                    <a:pt x="173" y="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503863" y="5667376"/>
              <a:ext cx="296862" cy="206375"/>
            </a:xfrm>
            <a:custGeom>
              <a:avLst/>
              <a:gdLst/>
              <a:ahLst/>
              <a:cxnLst/>
              <a:rect l="l" t="t" r="r" b="b"/>
              <a:pathLst>
                <a:path w="187" h="130">
                  <a:moveTo>
                    <a:pt x="160" y="130"/>
                  </a:moveTo>
                  <a:lnTo>
                    <a:pt x="187" y="31"/>
                  </a:lnTo>
                  <a:lnTo>
                    <a:pt x="10" y="0"/>
                  </a:lnTo>
                  <a:lnTo>
                    <a:pt x="0" y="94"/>
                  </a:lnTo>
                  <a:lnTo>
                    <a:pt x="160" y="1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461000" y="4781551"/>
              <a:ext cx="922337" cy="742950"/>
            </a:xfrm>
            <a:custGeom>
              <a:avLst/>
              <a:gdLst/>
              <a:ahLst/>
              <a:cxnLst/>
              <a:rect l="l" t="t" r="r" b="b"/>
              <a:pathLst>
                <a:path w="581" h="468">
                  <a:moveTo>
                    <a:pt x="0" y="0"/>
                  </a:moveTo>
                  <a:lnTo>
                    <a:pt x="242" y="468"/>
                  </a:lnTo>
                  <a:lnTo>
                    <a:pt x="581" y="335"/>
                  </a:lnTo>
                  <a:lnTo>
                    <a:pt x="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4" name="Freeform 34"/>
            <p:cNvSpPr/>
            <p:nvPr/>
          </p:nvSpPr>
          <p:spPr>
            <a:xfrm>
              <a:off x="4297363" y="4816476"/>
              <a:ext cx="917575" cy="746125"/>
            </a:xfrm>
            <a:custGeom>
              <a:avLst/>
              <a:gdLst/>
              <a:ahLst/>
              <a:cxnLst/>
              <a:rect l="l" t="t" r="r" b="b"/>
              <a:pathLst>
                <a:path w="578" h="470">
                  <a:moveTo>
                    <a:pt x="578" y="0"/>
                  </a:moveTo>
                  <a:lnTo>
                    <a:pt x="313" y="470"/>
                  </a:lnTo>
                  <a:lnTo>
                    <a:pt x="0" y="337"/>
                  </a:lnTo>
                  <a:lnTo>
                    <a:pt x="142" y="0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540000" y="4384676"/>
              <a:ext cx="434975" cy="925513"/>
            </a:xfrm>
            <a:custGeom>
              <a:avLst/>
              <a:gdLst/>
              <a:ahLst/>
              <a:cxnLst/>
              <a:rect l="l" t="t" r="r" b="b"/>
              <a:pathLst>
                <a:path w="152" h="324">
                  <a:moveTo>
                    <a:pt x="152" y="324"/>
                  </a:moveTo>
                  <a:cubicBezTo>
                    <a:pt x="0" y="324"/>
                    <a:pt x="0" y="324"/>
                    <a:pt x="0" y="324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118" y="0"/>
                    <a:pt x="152" y="34"/>
                    <a:pt x="152" y="77"/>
                  </a:cubicBezTo>
                  <a:lnTo>
                    <a:pt x="152" y="324"/>
                  </a:lnTo>
                  <a:close/>
                </a:path>
              </a:pathLst>
            </a:custGeom>
            <a:solidFill>
              <a:srgbClr val="72586B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2674938" y="4241801"/>
              <a:ext cx="165100" cy="242888"/>
            </a:xfrm>
            <a:prstGeom prst="rect">
              <a:avLst/>
            </a:prstGeom>
            <a:solidFill>
              <a:srgbClr val="72586B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597150" y="4152901"/>
              <a:ext cx="320675" cy="117475"/>
            </a:xfrm>
            <a:custGeom>
              <a:avLst/>
              <a:gdLst/>
              <a:ahLst/>
              <a:cxnLst/>
              <a:rect l="l" t="t" r="r" b="b"/>
              <a:pathLst>
                <a:path w="112" h="41">
                  <a:moveTo>
                    <a:pt x="91" y="41"/>
                  </a:moveTo>
                  <a:cubicBezTo>
                    <a:pt x="21" y="41"/>
                    <a:pt x="21" y="41"/>
                    <a:pt x="21" y="41"/>
                  </a:cubicBezTo>
                  <a:cubicBezTo>
                    <a:pt x="9" y="41"/>
                    <a:pt x="0" y="32"/>
                    <a:pt x="0" y="21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03" y="0"/>
                    <a:pt x="112" y="9"/>
                    <a:pt x="112" y="21"/>
                  </a:cubicBezTo>
                  <a:cubicBezTo>
                    <a:pt x="112" y="32"/>
                    <a:pt x="103" y="41"/>
                    <a:pt x="91" y="41"/>
                  </a:cubicBez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8" name="Freeform 38"/>
            <p:cNvSpPr/>
            <p:nvPr/>
          </p:nvSpPr>
          <p:spPr>
            <a:xfrm>
              <a:off x="2589213" y="4556126"/>
              <a:ext cx="17462" cy="414338"/>
            </a:xfrm>
            <a:custGeom>
              <a:avLst/>
              <a:gdLst/>
              <a:ahLst/>
              <a:cxnLst/>
              <a:rect l="l" t="t" r="r" b="b"/>
              <a:pathLst>
                <a:path w="6" h="145">
                  <a:moveTo>
                    <a:pt x="3" y="145"/>
                  </a:moveTo>
                  <a:cubicBezTo>
                    <a:pt x="1" y="145"/>
                    <a:pt x="0" y="144"/>
                    <a:pt x="0" y="14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6" y="144"/>
                    <a:pt x="5" y="145"/>
                    <a:pt x="3" y="14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754563" y="4192588"/>
              <a:ext cx="431800" cy="341313"/>
            </a:xfrm>
            <a:custGeom>
              <a:avLst/>
              <a:gdLst/>
              <a:ahLst/>
              <a:cxnLst/>
              <a:rect l="l" t="t" r="r" b="b"/>
              <a:pathLst>
                <a:path w="151" h="119">
                  <a:moveTo>
                    <a:pt x="51" y="17"/>
                  </a:moveTo>
                  <a:cubicBezTo>
                    <a:pt x="51" y="17"/>
                    <a:pt x="136" y="0"/>
                    <a:pt x="143" y="6"/>
                  </a:cubicBezTo>
                  <a:cubicBezTo>
                    <a:pt x="151" y="12"/>
                    <a:pt x="128" y="119"/>
                    <a:pt x="128" y="119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47"/>
                    <a:pt x="0" y="47"/>
                    <a:pt x="0" y="47"/>
                  </a:cubicBezTo>
                  <a:lnTo>
                    <a:pt x="51" y="17"/>
                  </a:ln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4465638" y="4527551"/>
              <a:ext cx="1685925" cy="122238"/>
            </a:xfrm>
            <a:custGeom>
              <a:avLst/>
              <a:gdLst/>
              <a:ahLst/>
              <a:cxnLst/>
              <a:rect l="l" t="t" r="r" b="b"/>
              <a:pathLst>
                <a:path w="590" h="43">
                  <a:moveTo>
                    <a:pt x="6" y="43"/>
                  </a:moveTo>
                  <a:cubicBezTo>
                    <a:pt x="585" y="43"/>
                    <a:pt x="585" y="43"/>
                    <a:pt x="585" y="43"/>
                  </a:cubicBezTo>
                  <a:cubicBezTo>
                    <a:pt x="588" y="43"/>
                    <a:pt x="590" y="40"/>
                    <a:pt x="590" y="37"/>
                  </a:cubicBezTo>
                  <a:cubicBezTo>
                    <a:pt x="590" y="6"/>
                    <a:pt x="590" y="6"/>
                    <a:pt x="590" y="6"/>
                  </a:cubicBezTo>
                  <a:cubicBezTo>
                    <a:pt x="590" y="2"/>
                    <a:pt x="588" y="0"/>
                    <a:pt x="58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2" y="43"/>
                    <a:pt x="6" y="43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4897438" y="3895726"/>
              <a:ext cx="1500187" cy="754063"/>
            </a:xfrm>
            <a:custGeom>
              <a:avLst/>
              <a:gdLst/>
              <a:ahLst/>
              <a:cxnLst/>
              <a:rect l="l" t="t" r="r" b="b"/>
              <a:pathLst>
                <a:path w="525" h="264">
                  <a:moveTo>
                    <a:pt x="0" y="264"/>
                  </a:moveTo>
                  <a:cubicBezTo>
                    <a:pt x="408" y="264"/>
                    <a:pt x="408" y="264"/>
                    <a:pt x="408" y="264"/>
                  </a:cubicBezTo>
                  <a:cubicBezTo>
                    <a:pt x="525" y="0"/>
                    <a:pt x="525" y="0"/>
                    <a:pt x="525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23" y="0"/>
                    <a:pt x="114" y="6"/>
                    <a:pt x="110" y="15"/>
                  </a:cubicBezTo>
                  <a:lnTo>
                    <a:pt x="0" y="2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000625" y="3895726"/>
              <a:ext cx="1479550" cy="754063"/>
            </a:xfrm>
            <a:custGeom>
              <a:avLst/>
              <a:gdLst/>
              <a:ahLst/>
              <a:cxnLst/>
              <a:rect l="l" t="t" r="r" b="b"/>
              <a:pathLst>
                <a:path w="518" h="264">
                  <a:moveTo>
                    <a:pt x="0" y="264"/>
                  </a:moveTo>
                  <a:cubicBezTo>
                    <a:pt x="408" y="264"/>
                    <a:pt x="408" y="264"/>
                    <a:pt x="408" y="264"/>
                  </a:cubicBezTo>
                  <a:cubicBezTo>
                    <a:pt x="512" y="29"/>
                    <a:pt x="512" y="29"/>
                    <a:pt x="512" y="29"/>
                  </a:cubicBezTo>
                  <a:cubicBezTo>
                    <a:pt x="518" y="15"/>
                    <a:pt x="508" y="0"/>
                    <a:pt x="493" y="0"/>
                  </a:cubicBezTo>
                  <a:cubicBezTo>
                    <a:pt x="116" y="0"/>
                    <a:pt x="116" y="0"/>
                    <a:pt x="116" y="0"/>
                  </a:cubicBezTo>
                  <a:lnTo>
                    <a:pt x="0" y="264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5634038" y="4173538"/>
              <a:ext cx="196850" cy="200025"/>
            </a:xfrm>
            <a:prstGeom prst="ellipse">
              <a:avLst/>
            </a:pr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4" name="Freeform 44"/>
            <p:cNvSpPr/>
            <p:nvPr/>
          </p:nvSpPr>
          <p:spPr>
            <a:xfrm>
              <a:off x="6283325" y="4473576"/>
              <a:ext cx="261937" cy="165100"/>
            </a:xfrm>
            <a:custGeom>
              <a:avLst/>
              <a:gdLst/>
              <a:ahLst/>
              <a:cxnLst/>
              <a:rect l="l" t="t" r="r" b="b"/>
              <a:pathLst>
                <a:path w="92" h="58">
                  <a:moveTo>
                    <a:pt x="4" y="58"/>
                  </a:moveTo>
                  <a:cubicBezTo>
                    <a:pt x="2" y="58"/>
                    <a:pt x="1" y="57"/>
                    <a:pt x="1" y="56"/>
                  </a:cubicBezTo>
                  <a:cubicBezTo>
                    <a:pt x="0" y="55"/>
                    <a:pt x="0" y="54"/>
                    <a:pt x="1" y="53"/>
                  </a:cubicBezTo>
                  <a:cubicBezTo>
                    <a:pt x="7" y="47"/>
                    <a:pt x="56" y="0"/>
                    <a:pt x="78" y="0"/>
                  </a:cubicBezTo>
                  <a:cubicBezTo>
                    <a:pt x="78" y="0"/>
                    <a:pt x="79" y="0"/>
                    <a:pt x="79" y="0"/>
                  </a:cubicBezTo>
                  <a:cubicBezTo>
                    <a:pt x="82" y="0"/>
                    <a:pt x="85" y="1"/>
                    <a:pt x="87" y="4"/>
                  </a:cubicBezTo>
                  <a:cubicBezTo>
                    <a:pt x="92" y="10"/>
                    <a:pt x="91" y="16"/>
                    <a:pt x="90" y="20"/>
                  </a:cubicBezTo>
                  <a:cubicBezTo>
                    <a:pt x="81" y="44"/>
                    <a:pt x="12" y="57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lose/>
                  <a:moveTo>
                    <a:pt x="78" y="6"/>
                  </a:moveTo>
                  <a:cubicBezTo>
                    <a:pt x="64" y="6"/>
                    <a:pt x="32" y="33"/>
                    <a:pt x="14" y="49"/>
                  </a:cubicBezTo>
                  <a:cubicBezTo>
                    <a:pt x="38" y="44"/>
                    <a:pt x="78" y="32"/>
                    <a:pt x="84" y="18"/>
                  </a:cubicBezTo>
                  <a:cubicBezTo>
                    <a:pt x="85" y="15"/>
                    <a:pt x="84" y="11"/>
                    <a:pt x="82" y="8"/>
                  </a:cubicBezTo>
                  <a:cubicBezTo>
                    <a:pt x="81" y="7"/>
                    <a:pt x="80" y="6"/>
                    <a:pt x="79" y="6"/>
                  </a:cubicBezTo>
                  <a:cubicBezTo>
                    <a:pt x="78" y="6"/>
                    <a:pt x="78" y="6"/>
                    <a:pt x="78" y="6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54663" y="4587876"/>
              <a:ext cx="1111250" cy="182563"/>
            </a:xfrm>
            <a:custGeom>
              <a:avLst/>
              <a:gdLst/>
              <a:ahLst/>
              <a:cxnLst/>
              <a:rect l="l" t="t" r="r" b="b"/>
              <a:pathLst>
                <a:path w="389" h="64">
                  <a:moveTo>
                    <a:pt x="4" y="64"/>
                  </a:moveTo>
                  <a:cubicBezTo>
                    <a:pt x="2" y="64"/>
                    <a:pt x="1" y="63"/>
                    <a:pt x="1" y="62"/>
                  </a:cubicBezTo>
                  <a:cubicBezTo>
                    <a:pt x="0" y="60"/>
                    <a:pt x="1" y="58"/>
                    <a:pt x="3" y="58"/>
                  </a:cubicBezTo>
                  <a:cubicBezTo>
                    <a:pt x="5" y="57"/>
                    <a:pt x="166" y="13"/>
                    <a:pt x="385" y="0"/>
                  </a:cubicBezTo>
                  <a:cubicBezTo>
                    <a:pt x="387" y="0"/>
                    <a:pt x="389" y="1"/>
                    <a:pt x="389" y="3"/>
                  </a:cubicBezTo>
                  <a:cubicBezTo>
                    <a:pt x="389" y="5"/>
                    <a:pt x="388" y="6"/>
                    <a:pt x="386" y="6"/>
                  </a:cubicBezTo>
                  <a:cubicBezTo>
                    <a:pt x="167" y="19"/>
                    <a:pt x="6" y="64"/>
                    <a:pt x="5" y="64"/>
                  </a:cubicBezTo>
                  <a:cubicBezTo>
                    <a:pt x="4" y="64"/>
                    <a:pt x="4" y="64"/>
                    <a:pt x="4" y="64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6" name="Freeform 46"/>
            <p:cNvSpPr/>
            <p:nvPr/>
          </p:nvSpPr>
          <p:spPr>
            <a:xfrm>
              <a:off x="3986213" y="4587876"/>
              <a:ext cx="1157287" cy="239713"/>
            </a:xfrm>
            <a:custGeom>
              <a:avLst/>
              <a:gdLst/>
              <a:ahLst/>
              <a:cxnLst/>
              <a:rect l="l" t="t" r="r" b="b"/>
              <a:pathLst>
                <a:path w="405" h="84">
                  <a:moveTo>
                    <a:pt x="401" y="84"/>
                  </a:moveTo>
                  <a:cubicBezTo>
                    <a:pt x="401" y="84"/>
                    <a:pt x="400" y="83"/>
                    <a:pt x="400" y="83"/>
                  </a:cubicBezTo>
                  <a:cubicBezTo>
                    <a:pt x="398" y="83"/>
                    <a:pt x="221" y="19"/>
                    <a:pt x="3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223" y="13"/>
                    <a:pt x="400" y="77"/>
                    <a:pt x="402" y="77"/>
                  </a:cubicBezTo>
                  <a:cubicBezTo>
                    <a:pt x="404" y="78"/>
                    <a:pt x="405" y="80"/>
                    <a:pt x="404" y="81"/>
                  </a:cubicBezTo>
                  <a:cubicBezTo>
                    <a:pt x="404" y="83"/>
                    <a:pt x="402" y="84"/>
                    <a:pt x="401" y="84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7" name="Freeform 47"/>
            <p:cNvSpPr/>
            <p:nvPr/>
          </p:nvSpPr>
          <p:spPr>
            <a:xfrm>
              <a:off x="4106863" y="4470401"/>
              <a:ext cx="258762" cy="171450"/>
            </a:xfrm>
            <a:custGeom>
              <a:avLst/>
              <a:gdLst/>
              <a:ahLst/>
              <a:cxnLst/>
              <a:rect l="l" t="t" r="r" b="b"/>
              <a:pathLst>
                <a:path w="91" h="60">
                  <a:moveTo>
                    <a:pt x="88" y="60"/>
                  </a:moveTo>
                  <a:cubicBezTo>
                    <a:pt x="79" y="58"/>
                    <a:pt x="11" y="44"/>
                    <a:pt x="2" y="21"/>
                  </a:cubicBezTo>
                  <a:cubicBezTo>
                    <a:pt x="1" y="17"/>
                    <a:pt x="0" y="11"/>
                    <a:pt x="5" y="4"/>
                  </a:cubicBezTo>
                  <a:cubicBezTo>
                    <a:pt x="7" y="2"/>
                    <a:pt x="10" y="0"/>
                    <a:pt x="13" y="0"/>
                  </a:cubicBezTo>
                  <a:cubicBezTo>
                    <a:pt x="13" y="0"/>
                    <a:pt x="14" y="0"/>
                    <a:pt x="14" y="0"/>
                  </a:cubicBezTo>
                  <a:cubicBezTo>
                    <a:pt x="35" y="0"/>
                    <a:pt x="84" y="49"/>
                    <a:pt x="90" y="54"/>
                  </a:cubicBezTo>
                  <a:cubicBezTo>
                    <a:pt x="91" y="55"/>
                    <a:pt x="91" y="57"/>
                    <a:pt x="90" y="58"/>
                  </a:cubicBezTo>
                  <a:cubicBezTo>
                    <a:pt x="90" y="59"/>
                    <a:pt x="89" y="60"/>
                    <a:pt x="88" y="60"/>
                  </a:cubicBezTo>
                  <a:close/>
                  <a:moveTo>
                    <a:pt x="14" y="7"/>
                  </a:moveTo>
                  <a:cubicBezTo>
                    <a:pt x="12" y="7"/>
                    <a:pt x="11" y="8"/>
                    <a:pt x="10" y="8"/>
                  </a:cubicBezTo>
                  <a:cubicBezTo>
                    <a:pt x="8" y="12"/>
                    <a:pt x="7" y="15"/>
                    <a:pt x="8" y="18"/>
                  </a:cubicBezTo>
                  <a:cubicBezTo>
                    <a:pt x="13" y="33"/>
                    <a:pt x="53" y="45"/>
                    <a:pt x="77" y="51"/>
                  </a:cubicBezTo>
                  <a:cubicBezTo>
                    <a:pt x="59" y="34"/>
                    <a:pt x="28" y="7"/>
                    <a:pt x="14" y="7"/>
                  </a:cubicBezTo>
                  <a:close/>
                </a:path>
              </a:pathLst>
            </a:custGeom>
            <a:solidFill>
              <a:srgbClr val="E5B16D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8" name="Freeform 48"/>
            <p:cNvSpPr/>
            <p:nvPr/>
          </p:nvSpPr>
          <p:spPr>
            <a:xfrm>
              <a:off x="5203825" y="2168526"/>
              <a:ext cx="19050" cy="77788"/>
            </a:xfrm>
            <a:custGeom>
              <a:avLst/>
              <a:gdLst/>
              <a:ahLst/>
              <a:cxnLst/>
              <a:rect l="l" t="t" r="r" b="b"/>
              <a:pathLst>
                <a:path w="7" h="27">
                  <a:moveTo>
                    <a:pt x="4" y="27"/>
                  </a:moveTo>
                  <a:cubicBezTo>
                    <a:pt x="2" y="27"/>
                    <a:pt x="0" y="25"/>
                    <a:pt x="0" y="2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2"/>
                    <a:pt x="7" y="3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5"/>
                    <a:pt x="5" y="27"/>
                    <a:pt x="4" y="2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9" name="Freeform 49"/>
            <p:cNvSpPr/>
            <p:nvPr/>
          </p:nvSpPr>
          <p:spPr>
            <a:xfrm>
              <a:off x="5357813" y="2168526"/>
              <a:ext cx="19050" cy="77788"/>
            </a:xfrm>
            <a:custGeom>
              <a:avLst/>
              <a:gdLst/>
              <a:ahLst/>
              <a:cxnLst/>
              <a:rect l="l" t="t" r="r" b="b"/>
              <a:pathLst>
                <a:path w="7" h="27">
                  <a:moveTo>
                    <a:pt x="4" y="27"/>
                  </a:moveTo>
                  <a:cubicBezTo>
                    <a:pt x="2" y="27"/>
                    <a:pt x="0" y="25"/>
                    <a:pt x="0" y="2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" y="0"/>
                    <a:pt x="7" y="2"/>
                    <a:pt x="7" y="3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5"/>
                    <a:pt x="5" y="27"/>
                    <a:pt x="4" y="27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0" name="Freeform 50"/>
            <p:cNvSpPr/>
            <p:nvPr/>
          </p:nvSpPr>
          <p:spPr>
            <a:xfrm>
              <a:off x="3889375" y="3252788"/>
              <a:ext cx="1011237" cy="1274763"/>
            </a:xfrm>
            <a:custGeom>
              <a:avLst/>
              <a:gdLst/>
              <a:ahLst/>
              <a:cxnLst/>
              <a:rect l="l" t="t" r="r" b="b"/>
              <a:pathLst>
                <a:path w="354" h="446">
                  <a:moveTo>
                    <a:pt x="106" y="0"/>
                  </a:moveTo>
                  <a:cubicBezTo>
                    <a:pt x="106" y="0"/>
                    <a:pt x="0" y="154"/>
                    <a:pt x="109" y="277"/>
                  </a:cubicBezTo>
                  <a:cubicBezTo>
                    <a:pt x="214" y="396"/>
                    <a:pt x="303" y="446"/>
                    <a:pt x="303" y="446"/>
                  </a:cubicBezTo>
                  <a:cubicBezTo>
                    <a:pt x="354" y="346"/>
                    <a:pt x="354" y="346"/>
                    <a:pt x="354" y="346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29" y="126"/>
                    <a:pt x="229" y="126"/>
                    <a:pt x="229" y="126"/>
                  </a:cubicBezTo>
                  <a:cubicBezTo>
                    <a:pt x="192" y="71"/>
                    <a:pt x="160" y="38"/>
                    <a:pt x="106" y="0"/>
                  </a:cubicBez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937250" y="4181476"/>
              <a:ext cx="560387" cy="492125"/>
            </a:xfrm>
            <a:custGeom>
              <a:avLst/>
              <a:gdLst/>
              <a:ahLst/>
              <a:cxnLst/>
              <a:rect l="l" t="t" r="r" b="b"/>
              <a:pathLst>
                <a:path w="196" h="172">
                  <a:moveTo>
                    <a:pt x="35" y="34"/>
                  </a:moveTo>
                  <a:cubicBezTo>
                    <a:pt x="41" y="27"/>
                    <a:pt x="49" y="23"/>
                    <a:pt x="57" y="21"/>
                  </a:cubicBezTo>
                  <a:cubicBezTo>
                    <a:pt x="85" y="12"/>
                    <a:pt x="166" y="0"/>
                    <a:pt x="182" y="26"/>
                  </a:cubicBezTo>
                  <a:cubicBezTo>
                    <a:pt x="196" y="52"/>
                    <a:pt x="151" y="60"/>
                    <a:pt x="151" y="60"/>
                  </a:cubicBezTo>
                  <a:cubicBezTo>
                    <a:pt x="151" y="60"/>
                    <a:pt x="189" y="60"/>
                    <a:pt x="180" y="86"/>
                  </a:cubicBezTo>
                  <a:cubicBezTo>
                    <a:pt x="172" y="107"/>
                    <a:pt x="147" y="108"/>
                    <a:pt x="147" y="108"/>
                  </a:cubicBezTo>
                  <a:cubicBezTo>
                    <a:pt x="147" y="108"/>
                    <a:pt x="186" y="112"/>
                    <a:pt x="164" y="140"/>
                  </a:cubicBezTo>
                  <a:cubicBezTo>
                    <a:pt x="141" y="167"/>
                    <a:pt x="56" y="172"/>
                    <a:pt x="28" y="162"/>
                  </a:cubicBezTo>
                  <a:cubicBezTo>
                    <a:pt x="0" y="153"/>
                    <a:pt x="31" y="122"/>
                    <a:pt x="31" y="122"/>
                  </a:cubicBezTo>
                  <a:cubicBezTo>
                    <a:pt x="31" y="122"/>
                    <a:pt x="2" y="108"/>
                    <a:pt x="7" y="91"/>
                  </a:cubicBezTo>
                  <a:cubicBezTo>
                    <a:pt x="12" y="73"/>
                    <a:pt x="38" y="73"/>
                    <a:pt x="38" y="73"/>
                  </a:cubicBezTo>
                  <a:cubicBezTo>
                    <a:pt x="38" y="73"/>
                    <a:pt x="14" y="56"/>
                    <a:pt x="35" y="34"/>
                  </a:cubicBezTo>
                  <a:close/>
                </a:path>
              </a:pathLst>
            </a:custGeom>
            <a:solidFill>
              <a:srgbClr val="DD696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2" name="Freeform 52"/>
            <p:cNvSpPr/>
            <p:nvPr/>
          </p:nvSpPr>
          <p:spPr>
            <a:xfrm>
              <a:off x="6062663" y="4341813"/>
              <a:ext cx="317500" cy="60325"/>
            </a:xfrm>
            <a:custGeom>
              <a:avLst/>
              <a:gdLst/>
              <a:ahLst/>
              <a:cxnLst/>
              <a:rect l="l" t="t" r="r" b="b"/>
              <a:pathLst>
                <a:path w="111" h="21">
                  <a:moveTo>
                    <a:pt x="4" y="21"/>
                  </a:moveTo>
                  <a:cubicBezTo>
                    <a:pt x="2" y="21"/>
                    <a:pt x="1" y="20"/>
                    <a:pt x="0" y="18"/>
                  </a:cubicBezTo>
                  <a:cubicBezTo>
                    <a:pt x="0" y="17"/>
                    <a:pt x="1" y="15"/>
                    <a:pt x="3" y="15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8" y="0"/>
                    <a:pt x="110" y="1"/>
                    <a:pt x="110" y="3"/>
                  </a:cubicBezTo>
                  <a:cubicBezTo>
                    <a:pt x="111" y="5"/>
                    <a:pt x="109" y="7"/>
                    <a:pt x="108" y="7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3" name="Freeform 53"/>
            <p:cNvSpPr/>
            <p:nvPr/>
          </p:nvSpPr>
          <p:spPr>
            <a:xfrm>
              <a:off x="6051550" y="4478338"/>
              <a:ext cx="317500" cy="57150"/>
            </a:xfrm>
            <a:custGeom>
              <a:avLst/>
              <a:gdLst/>
              <a:ahLst/>
              <a:cxnLst/>
              <a:rect l="l" t="t" r="r" b="b"/>
              <a:pathLst>
                <a:path w="111" h="20">
                  <a:moveTo>
                    <a:pt x="3" y="20"/>
                  </a:moveTo>
                  <a:cubicBezTo>
                    <a:pt x="2" y="20"/>
                    <a:pt x="0" y="19"/>
                    <a:pt x="0" y="17"/>
                  </a:cubicBezTo>
                  <a:cubicBezTo>
                    <a:pt x="0" y="16"/>
                    <a:pt x="1" y="14"/>
                    <a:pt x="3" y="14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109" y="0"/>
                    <a:pt x="110" y="2"/>
                    <a:pt x="111" y="3"/>
                  </a:cubicBezTo>
                  <a:cubicBezTo>
                    <a:pt x="111" y="5"/>
                    <a:pt x="110" y="7"/>
                    <a:pt x="108" y="7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4" name="Freeform 54"/>
            <p:cNvSpPr/>
            <p:nvPr/>
          </p:nvSpPr>
          <p:spPr>
            <a:xfrm>
              <a:off x="4021138" y="2652713"/>
              <a:ext cx="758825" cy="1128713"/>
            </a:xfrm>
            <a:custGeom>
              <a:avLst/>
              <a:gdLst/>
              <a:ahLst/>
              <a:cxnLst/>
              <a:rect l="l" t="t" r="r" b="b"/>
              <a:pathLst>
                <a:path w="266" h="395">
                  <a:moveTo>
                    <a:pt x="0" y="289"/>
                  </a:moveTo>
                  <a:cubicBezTo>
                    <a:pt x="0" y="289"/>
                    <a:pt x="43" y="147"/>
                    <a:pt x="144" y="67"/>
                  </a:cubicBezTo>
                  <a:cubicBezTo>
                    <a:pt x="215" y="11"/>
                    <a:pt x="266" y="0"/>
                    <a:pt x="266" y="0"/>
                  </a:cubicBezTo>
                  <a:cubicBezTo>
                    <a:pt x="226" y="395"/>
                    <a:pt x="226" y="395"/>
                    <a:pt x="226" y="395"/>
                  </a:cubicBezTo>
                  <a:lnTo>
                    <a:pt x="0" y="289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5" name="Freeform 55"/>
            <p:cNvSpPr/>
            <p:nvPr/>
          </p:nvSpPr>
          <p:spPr>
            <a:xfrm>
              <a:off x="4643438" y="3506788"/>
              <a:ext cx="71437" cy="217488"/>
            </a:xfrm>
            <a:custGeom>
              <a:avLst/>
              <a:gdLst/>
              <a:ahLst/>
              <a:cxnLst/>
              <a:rect l="l" t="t" r="r" b="b"/>
              <a:pathLst>
                <a:path w="25" h="76">
                  <a:moveTo>
                    <a:pt x="4" y="76"/>
                  </a:moveTo>
                  <a:cubicBezTo>
                    <a:pt x="4" y="76"/>
                    <a:pt x="3" y="76"/>
                    <a:pt x="3" y="76"/>
                  </a:cubicBezTo>
                  <a:cubicBezTo>
                    <a:pt x="1" y="76"/>
                    <a:pt x="0" y="74"/>
                    <a:pt x="1" y="7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9" y="1"/>
                    <a:pt x="20" y="0"/>
                    <a:pt x="22" y="0"/>
                  </a:cubicBezTo>
                  <a:cubicBezTo>
                    <a:pt x="24" y="1"/>
                    <a:pt x="25" y="3"/>
                    <a:pt x="24" y="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5" y="76"/>
                    <a:pt x="4" y="7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56" name="AutoShape 56"/>
          <p:cNvSpPr/>
          <p:nvPr/>
        </p:nvSpPr>
        <p:spPr>
          <a:xfrm>
            <a:off x="1160524" y="1655672"/>
            <a:ext cx="4936403" cy="3385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Failure Classification</a:t>
            </a:r>
          </a:p>
        </p:txBody>
      </p:sp>
      <p:sp>
        <p:nvSpPr>
          <p:cNvPr id="57" name="AutoShape 57"/>
          <p:cNvSpPr/>
          <p:nvPr/>
        </p:nvSpPr>
        <p:spPr>
          <a:xfrm>
            <a:off x="1160525" y="1998332"/>
            <a:ext cx="4936405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Predict engine failure within the next 30 cycles; the aim is to classify the engines prone to fail.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577198" y="1795980"/>
            <a:ext cx="540000" cy="540000"/>
            <a:chOff x="2877184" y="5061343"/>
            <a:chExt cx="540000" cy="540000"/>
          </a:xfrm>
        </p:grpSpPr>
        <p:sp>
          <p:nvSpPr>
            <p:cNvPr id="59" name="TextBox 59"/>
            <p:cNvSpPr txBox="1"/>
            <p:nvPr/>
          </p:nvSpPr>
          <p:spPr>
            <a:xfrm>
              <a:off x="2877184" y="5061343"/>
              <a:ext cx="540000" cy="540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3034070" y="5193640"/>
              <a:ext cx="226228" cy="275406"/>
            </a:xfrm>
            <a:custGeom>
              <a:avLst/>
              <a:gdLst/>
              <a:ahLst/>
              <a:cxnLst/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61" name="AutoShape 61"/>
          <p:cNvSpPr/>
          <p:nvPr/>
        </p:nvSpPr>
        <p:spPr>
          <a:xfrm>
            <a:off x="1160527" y="4028682"/>
            <a:ext cx="4936403" cy="3385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RUL Prediction (Regression)</a:t>
            </a:r>
          </a:p>
        </p:txBody>
      </p:sp>
      <p:sp>
        <p:nvSpPr>
          <p:cNvPr id="62" name="AutoShape 62"/>
          <p:cNvSpPr/>
          <p:nvPr/>
        </p:nvSpPr>
        <p:spPr>
          <a:xfrm>
            <a:off x="1160528" y="4377693"/>
            <a:ext cx="4936403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Continuously forecast the remaining useful life; LSTM Neural Network ensures precise outcomes.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77198" y="4168991"/>
            <a:ext cx="540000" cy="5400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endParaRPr lang="en-US" sz="1100"/>
          </a:p>
        </p:txBody>
      </p:sp>
      <p:sp>
        <p:nvSpPr>
          <p:cNvPr id="64" name="Freeform 64"/>
          <p:cNvSpPr/>
          <p:nvPr/>
        </p:nvSpPr>
        <p:spPr>
          <a:xfrm>
            <a:off x="719330" y="4298829"/>
            <a:ext cx="255736" cy="280324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930" y="621"/>
                  <a:pt x="496420" y="111111"/>
                  <a:pt x="496420" y="248271"/>
                </a:cubicBezTo>
                <a:cubicBezTo>
                  <a:pt x="496420" y="358761"/>
                  <a:pt x="424030" y="452106"/>
                  <a:pt x="324017" y="484491"/>
                </a:cubicBezTo>
                <a:lnTo>
                  <a:pt x="346877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663" y="524496"/>
                </a:lnTo>
                <a:lnTo>
                  <a:pt x="173523" y="484491"/>
                </a:lnTo>
                <a:cubicBezTo>
                  <a:pt x="73510" y="453059"/>
                  <a:pt x="1120" y="358761"/>
                  <a:pt x="1120" y="248271"/>
                </a:cubicBezTo>
                <a:cubicBezTo>
                  <a:pt x="1120" y="111111"/>
                  <a:pt x="111610" y="621"/>
                  <a:pt x="248770" y="621"/>
                </a:cubicBezTo>
                <a:close/>
                <a:moveTo>
                  <a:pt x="192573" y="489254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967" y="489254"/>
                </a:lnTo>
                <a:cubicBezTo>
                  <a:pt x="286870" y="493064"/>
                  <a:pt x="267820" y="495921"/>
                  <a:pt x="248770" y="495921"/>
                </a:cubicBezTo>
                <a:cubicBezTo>
                  <a:pt x="229720" y="495921"/>
                  <a:pt x="210670" y="493064"/>
                  <a:pt x="192573" y="489254"/>
                </a:cubicBezTo>
                <a:close/>
                <a:moveTo>
                  <a:pt x="248770" y="143496"/>
                </a:moveTo>
                <a:cubicBezTo>
                  <a:pt x="190667" y="143496"/>
                  <a:pt x="143995" y="190169"/>
                  <a:pt x="143995" y="248271"/>
                </a:cubicBezTo>
                <a:cubicBezTo>
                  <a:pt x="143995" y="306374"/>
                  <a:pt x="190667" y="353046"/>
                  <a:pt x="248770" y="353046"/>
                </a:cubicBezTo>
                <a:cubicBezTo>
                  <a:pt x="306873" y="353046"/>
                  <a:pt x="353545" y="306374"/>
                  <a:pt x="353545" y="248271"/>
                </a:cubicBezTo>
                <a:cubicBezTo>
                  <a:pt x="353545" y="190169"/>
                  <a:pt x="306873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60213" y="114921"/>
                  <a:pt x="353545" y="121589"/>
                  <a:pt x="353545" y="129209"/>
                </a:cubicBezTo>
                <a:cubicBezTo>
                  <a:pt x="353545" y="136829"/>
                  <a:pt x="360213" y="143496"/>
                  <a:pt x="367833" y="143496"/>
                </a:cubicBezTo>
                <a:cubicBezTo>
                  <a:pt x="375452" y="143496"/>
                  <a:pt x="382120" y="136829"/>
                  <a:pt x="382120" y="129209"/>
                </a:cubicBezTo>
                <a:cubicBezTo>
                  <a:pt x="382120" y="121589"/>
                  <a:pt x="375452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Processing and Feature Engineering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Cleaning the Dataset</a:t>
            </a:r>
          </a:p>
        </p:txBody>
      </p:sp>
      <p:sp>
        <p:nvSpPr>
          <p:cNvPr id="3" name="AutoShape 3"/>
          <p:cNvSpPr/>
          <p:nvPr/>
        </p:nvSpPr>
        <p:spPr>
          <a:xfrm>
            <a:off x="8776388" y="2793017"/>
            <a:ext cx="3098114" cy="38081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Ethical Considerations</a:t>
            </a:r>
          </a:p>
        </p:txBody>
      </p:sp>
      <p:sp>
        <p:nvSpPr>
          <p:cNvPr id="4" name="AutoShape 4"/>
          <p:cNvSpPr/>
          <p:nvPr/>
        </p:nvSpPr>
        <p:spPr>
          <a:xfrm>
            <a:off x="8776388" y="3393972"/>
            <a:ext cx="3098112" cy="8153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Using a public dataset representing real-world degradation ; guarantees unbiased outcomes.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9050527" y="2684563"/>
            <a:ext cx="2344400" cy="0"/>
          </a:xfrm>
          <a:prstGeom prst="straightConnector1">
            <a:avLst/>
          </a:prstGeom>
          <a:ln w="25400" cap="flat" cmpd="sng">
            <a:solidFill>
              <a:schemeClr val="accent2"/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9050527" y="1422252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chemeClr val="accent2">
                    <a:alpha val="20000"/>
                  </a:scheme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4230" y="2793017"/>
            <a:ext cx="3121058" cy="38081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Removing Constant Sensors</a:t>
            </a:r>
          </a:p>
        </p:txBody>
      </p:sp>
      <p:sp>
        <p:nvSpPr>
          <p:cNvPr id="8" name="AutoShape 8"/>
          <p:cNvSpPr/>
          <p:nvPr/>
        </p:nvSpPr>
        <p:spPr>
          <a:xfrm>
            <a:off x="384230" y="3393972"/>
            <a:ext cx="3121058" cy="8153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Remove sensors to eliminate redundancies; optimizing the dataset results in focused inputs.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660399" y="2684563"/>
            <a:ext cx="2344400" cy="0"/>
          </a:xfrm>
          <a:prstGeom prst="straightConnector1">
            <a:avLst/>
          </a:prstGeom>
          <a:ln w="25400" cap="flat" cmpd="sng">
            <a:solidFill>
              <a:schemeClr val="accent1"/>
            </a:solidFill>
            <a:prstDash val="solid"/>
          </a:ln>
        </p:spPr>
      </p:cxnSp>
      <p:sp>
        <p:nvSpPr>
          <p:cNvPr id="10" name="TextBox 10"/>
          <p:cNvSpPr txBox="1"/>
          <p:nvPr/>
        </p:nvSpPr>
        <p:spPr>
          <a:xfrm>
            <a:off x="660399" y="1422252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chemeClr val="accent1">
                    <a:alpha val="20000"/>
                  </a:schemeClr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grpSp>
        <p:nvGrpSpPr>
          <p:cNvPr id="11" name="Group 11"/>
          <p:cNvGrpSpPr/>
          <p:nvPr/>
        </p:nvGrpSpPr>
        <p:grpSpPr>
          <a:xfrm>
            <a:off x="3605803" y="1422252"/>
            <a:ext cx="4967693" cy="2590456"/>
            <a:chOff x="4233874" y="2934424"/>
            <a:chExt cx="3886210" cy="2026506"/>
          </a:xfrm>
        </p:grpSpPr>
        <p:sp>
          <p:nvSpPr>
            <p:cNvPr id="12" name="Freeform 12"/>
            <p:cNvSpPr/>
            <p:nvPr/>
          </p:nvSpPr>
          <p:spPr>
            <a:xfrm>
              <a:off x="5341674" y="3351310"/>
              <a:ext cx="2695672" cy="1588182"/>
            </a:xfrm>
            <a:custGeom>
              <a:avLst/>
              <a:gdLst/>
              <a:ahLst/>
              <a:cxnLst/>
              <a:rect l="l" t="t" r="r" b="b"/>
              <a:pathLst>
                <a:path w="4272351" h="2517097">
                  <a:moveTo>
                    <a:pt x="4272352" y="2517098"/>
                  </a:moveTo>
                  <a:lnTo>
                    <a:pt x="0" y="2517098"/>
                  </a:lnTo>
                  <a:lnTo>
                    <a:pt x="0" y="2136176"/>
                  </a:lnTo>
                  <a:cubicBezTo>
                    <a:pt x="0" y="956369"/>
                    <a:pt x="956436" y="0"/>
                    <a:pt x="2136176" y="0"/>
                  </a:cubicBezTo>
                  <a:lnTo>
                    <a:pt x="2136176" y="0"/>
                  </a:lnTo>
                  <a:cubicBezTo>
                    <a:pt x="3315982" y="0"/>
                    <a:pt x="4272352" y="956436"/>
                    <a:pt x="4272352" y="2136176"/>
                  </a:cubicBezTo>
                  <a:lnTo>
                    <a:pt x="4272352" y="2517098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623812" y="3978152"/>
              <a:ext cx="70106" cy="71288"/>
            </a:xfrm>
            <a:custGeom>
              <a:avLst/>
              <a:gdLst/>
              <a:ahLst/>
              <a:cxnLst/>
              <a:rect l="l" t="t" r="r" b="b"/>
              <a:pathLst>
                <a:path w="111110" h="112984">
                  <a:moveTo>
                    <a:pt x="107055" y="11392"/>
                  </a:moveTo>
                  <a:cubicBezTo>
                    <a:pt x="107055" y="11392"/>
                    <a:pt x="134369" y="88602"/>
                    <a:pt x="47232" y="112984"/>
                  </a:cubicBezTo>
                  <a:lnTo>
                    <a:pt x="0" y="0"/>
                  </a:lnTo>
                  <a:lnTo>
                    <a:pt x="107055" y="11392"/>
                  </a:lnTo>
                  <a:close/>
                </a:path>
              </a:pathLst>
            </a:custGeom>
            <a:solidFill>
              <a:srgbClr val="D1383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57886" y="3985340"/>
              <a:ext cx="92473" cy="71540"/>
            </a:xfrm>
            <a:custGeom>
              <a:avLst/>
              <a:gdLst/>
              <a:ahLst/>
              <a:cxnLst/>
              <a:rect l="l" t="t" r="r" b="b"/>
              <a:pathLst>
                <a:path w="146560" h="113383">
                  <a:moveTo>
                    <a:pt x="467" y="0"/>
                  </a:moveTo>
                  <a:cubicBezTo>
                    <a:pt x="467" y="0"/>
                    <a:pt x="-14455" y="89801"/>
                    <a:pt x="124377" y="113384"/>
                  </a:cubicBezTo>
                  <a:lnTo>
                    <a:pt x="146561" y="13723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D1383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54789" y="3114790"/>
              <a:ext cx="299571" cy="478968"/>
            </a:xfrm>
            <a:custGeom>
              <a:avLst/>
              <a:gdLst/>
              <a:ahLst/>
              <a:cxnLst/>
              <a:rect l="l" t="t" r="r" b="b"/>
              <a:pathLst>
                <a:path w="474787" h="759113">
                  <a:moveTo>
                    <a:pt x="431819" y="759113"/>
                  </a:moveTo>
                  <a:lnTo>
                    <a:pt x="42969" y="759113"/>
                  </a:lnTo>
                  <a:cubicBezTo>
                    <a:pt x="19253" y="759113"/>
                    <a:pt x="0" y="739860"/>
                    <a:pt x="0" y="716144"/>
                  </a:cubicBezTo>
                  <a:lnTo>
                    <a:pt x="0" y="42969"/>
                  </a:lnTo>
                  <a:cubicBezTo>
                    <a:pt x="0" y="19253"/>
                    <a:pt x="19253" y="0"/>
                    <a:pt x="42969" y="0"/>
                  </a:cubicBezTo>
                  <a:lnTo>
                    <a:pt x="431819" y="0"/>
                  </a:lnTo>
                  <a:cubicBezTo>
                    <a:pt x="455535" y="0"/>
                    <a:pt x="474787" y="19253"/>
                    <a:pt x="474787" y="42969"/>
                  </a:cubicBezTo>
                  <a:lnTo>
                    <a:pt x="474787" y="716144"/>
                  </a:lnTo>
                  <a:cubicBezTo>
                    <a:pt x="474787" y="739860"/>
                    <a:pt x="455535" y="759113"/>
                    <a:pt x="431819" y="75911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54746" y="3114748"/>
              <a:ext cx="281749" cy="116389"/>
            </a:xfrm>
            <a:custGeom>
              <a:avLst/>
              <a:gdLst/>
              <a:ahLst/>
              <a:cxnLst/>
              <a:rect l="l" t="t" r="r" b="b"/>
              <a:pathLst>
                <a:path w="446541" h="184465">
                  <a:moveTo>
                    <a:pt x="42969" y="67"/>
                  </a:moveTo>
                  <a:cubicBezTo>
                    <a:pt x="19253" y="67"/>
                    <a:pt x="0" y="19319"/>
                    <a:pt x="0" y="43035"/>
                  </a:cubicBezTo>
                  <a:lnTo>
                    <a:pt x="0" y="184466"/>
                  </a:lnTo>
                  <a:lnTo>
                    <a:pt x="381988" y="184466"/>
                  </a:lnTo>
                  <a:cubicBezTo>
                    <a:pt x="417629" y="184466"/>
                    <a:pt x="446541" y="155553"/>
                    <a:pt x="446541" y="119913"/>
                  </a:cubicBezTo>
                  <a:lnTo>
                    <a:pt x="446541" y="8127"/>
                  </a:lnTo>
                  <a:cubicBezTo>
                    <a:pt x="446541" y="6196"/>
                    <a:pt x="446341" y="4330"/>
                    <a:pt x="446075" y="2465"/>
                  </a:cubicBezTo>
                  <a:cubicBezTo>
                    <a:pt x="441611" y="933"/>
                    <a:pt x="436881" y="0"/>
                    <a:pt x="431885" y="0"/>
                  </a:cubicBezTo>
                  <a:lnTo>
                    <a:pt x="42969" y="0"/>
                  </a:lnTo>
                  <a:close/>
                </a:path>
              </a:pathLst>
            </a:custGeom>
            <a:solidFill>
              <a:srgbClr val="3C914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762449" y="4112440"/>
              <a:ext cx="108544" cy="426946"/>
            </a:xfrm>
            <a:custGeom>
              <a:avLst/>
              <a:gdLst/>
              <a:ahLst/>
              <a:cxnLst/>
              <a:rect l="l" t="t" r="r" b="b"/>
              <a:pathLst>
                <a:path w="172031" h="676664">
                  <a:moveTo>
                    <a:pt x="159296" y="669191"/>
                  </a:moveTo>
                  <a:lnTo>
                    <a:pt x="107467" y="676519"/>
                  </a:lnTo>
                  <a:cubicBezTo>
                    <a:pt x="99407" y="677651"/>
                    <a:pt x="91879" y="672056"/>
                    <a:pt x="90746" y="663928"/>
                  </a:cubicBezTo>
                  <a:lnTo>
                    <a:pt x="146" y="24195"/>
                  </a:lnTo>
                  <a:cubicBezTo>
                    <a:pt x="-987" y="16134"/>
                    <a:pt x="4609" y="8606"/>
                    <a:pt x="12736" y="7473"/>
                  </a:cubicBezTo>
                  <a:lnTo>
                    <a:pt x="64565" y="146"/>
                  </a:lnTo>
                  <a:cubicBezTo>
                    <a:pt x="72626" y="-987"/>
                    <a:pt x="80154" y="4609"/>
                    <a:pt x="81286" y="12736"/>
                  </a:cubicBezTo>
                  <a:lnTo>
                    <a:pt x="171887" y="652470"/>
                  </a:lnTo>
                  <a:cubicBezTo>
                    <a:pt x="173020" y="660597"/>
                    <a:pt x="167357" y="668058"/>
                    <a:pt x="159296" y="669191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849236" y="4172830"/>
              <a:ext cx="156277" cy="361667"/>
            </a:xfrm>
            <a:custGeom>
              <a:avLst/>
              <a:gdLst/>
              <a:ahLst/>
              <a:cxnLst/>
              <a:rect l="l" t="t" r="r" b="b"/>
              <a:pathLst>
                <a:path w="247683" h="573204">
                  <a:moveTo>
                    <a:pt x="60188" y="572481"/>
                  </a:moveTo>
                  <a:lnTo>
                    <a:pt x="10291" y="556560"/>
                  </a:lnTo>
                  <a:cubicBezTo>
                    <a:pt x="2497" y="554095"/>
                    <a:pt x="-1767" y="545768"/>
                    <a:pt x="698" y="537973"/>
                  </a:cubicBezTo>
                  <a:lnTo>
                    <a:pt x="168909" y="10291"/>
                  </a:lnTo>
                  <a:cubicBezTo>
                    <a:pt x="171374" y="2497"/>
                    <a:pt x="179701" y="-1767"/>
                    <a:pt x="187495" y="698"/>
                  </a:cubicBezTo>
                  <a:lnTo>
                    <a:pt x="237392" y="16620"/>
                  </a:lnTo>
                  <a:cubicBezTo>
                    <a:pt x="245187" y="19085"/>
                    <a:pt x="249450" y="27412"/>
                    <a:pt x="246985" y="35206"/>
                  </a:cubicBezTo>
                  <a:lnTo>
                    <a:pt x="78775" y="562888"/>
                  </a:lnTo>
                  <a:cubicBezTo>
                    <a:pt x="76310" y="570683"/>
                    <a:pt x="67983" y="575013"/>
                    <a:pt x="60188" y="572481"/>
                  </a:cubicBezTo>
                  <a:close/>
                </a:path>
              </a:pathLst>
            </a:custGeom>
            <a:solidFill>
              <a:schemeClr val="accent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723306" y="3056532"/>
              <a:ext cx="1238423" cy="1126616"/>
            </a:xfrm>
            <a:custGeom>
              <a:avLst/>
              <a:gdLst/>
              <a:ahLst/>
              <a:cxnLst/>
              <a:rect l="l" t="t" r="r" b="b"/>
              <a:pathLst>
                <a:path w="1962768" h="1785564">
                  <a:moveTo>
                    <a:pt x="1916469" y="1785565"/>
                  </a:moveTo>
                  <a:lnTo>
                    <a:pt x="46300" y="1785565"/>
                  </a:lnTo>
                  <a:cubicBezTo>
                    <a:pt x="20718" y="1785565"/>
                    <a:pt x="0" y="1764846"/>
                    <a:pt x="0" y="1739265"/>
                  </a:cubicBezTo>
                  <a:lnTo>
                    <a:pt x="0" y="46300"/>
                  </a:lnTo>
                  <a:cubicBezTo>
                    <a:pt x="0" y="20718"/>
                    <a:pt x="20718" y="0"/>
                    <a:pt x="46300" y="0"/>
                  </a:cubicBezTo>
                  <a:lnTo>
                    <a:pt x="1916469" y="0"/>
                  </a:lnTo>
                  <a:cubicBezTo>
                    <a:pt x="1942051" y="0"/>
                    <a:pt x="1962769" y="20718"/>
                    <a:pt x="1962769" y="46300"/>
                  </a:cubicBezTo>
                  <a:lnTo>
                    <a:pt x="1962769" y="1739265"/>
                  </a:lnTo>
                  <a:cubicBezTo>
                    <a:pt x="1962769" y="1764846"/>
                    <a:pt x="1942051" y="1785565"/>
                    <a:pt x="1916469" y="178556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4330986" y="4756229"/>
              <a:ext cx="926789" cy="149553"/>
            </a:xfrm>
            <a:custGeom>
              <a:avLst/>
              <a:gdLst/>
              <a:ahLst/>
              <a:cxnLst/>
              <a:rect l="l" t="t" r="r" b="b"/>
              <a:pathLst>
                <a:path w="1468862" h="237026">
                  <a:moveTo>
                    <a:pt x="1468862" y="237027"/>
                  </a:moveTo>
                  <a:lnTo>
                    <a:pt x="118514" y="237027"/>
                  </a:lnTo>
                  <a:cubicBezTo>
                    <a:pt x="53028" y="237027"/>
                    <a:pt x="0" y="183932"/>
                    <a:pt x="0" y="118513"/>
                  </a:cubicBezTo>
                  <a:lnTo>
                    <a:pt x="0" y="118513"/>
                  </a:lnTo>
                  <a:cubicBezTo>
                    <a:pt x="0" y="53028"/>
                    <a:pt x="53095" y="0"/>
                    <a:pt x="118514" y="0"/>
                  </a:cubicBezTo>
                  <a:lnTo>
                    <a:pt x="1468862" y="0"/>
                  </a:lnTo>
                  <a:lnTo>
                    <a:pt x="1468862" y="237027"/>
                  </a:lnTo>
                  <a:close/>
                </a:path>
              </a:pathLst>
            </a:custGeom>
            <a:solidFill>
              <a:srgbClr val="30355C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657458" y="4765098"/>
              <a:ext cx="593761" cy="131816"/>
            </a:xfrm>
            <a:custGeom>
              <a:avLst/>
              <a:gdLst/>
              <a:ahLst/>
              <a:cxnLst/>
              <a:rect l="l" t="t" r="r" b="b"/>
              <a:pathLst>
                <a:path w="941047" h="208914">
                  <a:moveTo>
                    <a:pt x="941047" y="208914"/>
                  </a:moveTo>
                  <a:lnTo>
                    <a:pt x="104457" y="208914"/>
                  </a:lnTo>
                  <a:cubicBezTo>
                    <a:pt x="46766" y="208914"/>
                    <a:pt x="0" y="162148"/>
                    <a:pt x="0" y="104457"/>
                  </a:cubicBezTo>
                  <a:lnTo>
                    <a:pt x="0" y="104457"/>
                  </a:lnTo>
                  <a:cubicBezTo>
                    <a:pt x="0" y="46766"/>
                    <a:pt x="46766" y="0"/>
                    <a:pt x="104457" y="0"/>
                  </a:cubicBezTo>
                  <a:lnTo>
                    <a:pt x="941047" y="0"/>
                  </a:lnTo>
                  <a:lnTo>
                    <a:pt x="941047" y="208914"/>
                  </a:ln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553342" y="4606674"/>
              <a:ext cx="800689" cy="149555"/>
            </a:xfrm>
            <a:custGeom>
              <a:avLst/>
              <a:gdLst/>
              <a:ahLst/>
              <a:cxnLst/>
              <a:rect l="l" t="t" r="r" b="b"/>
              <a:pathLst>
                <a:path w="1269007" h="237027">
                  <a:moveTo>
                    <a:pt x="1269008" y="237027"/>
                  </a:moveTo>
                  <a:lnTo>
                    <a:pt x="118514" y="237027"/>
                  </a:lnTo>
                  <a:cubicBezTo>
                    <a:pt x="53028" y="237027"/>
                    <a:pt x="0" y="183932"/>
                    <a:pt x="0" y="118513"/>
                  </a:cubicBezTo>
                  <a:lnTo>
                    <a:pt x="0" y="118513"/>
                  </a:lnTo>
                  <a:cubicBezTo>
                    <a:pt x="0" y="53028"/>
                    <a:pt x="53095" y="0"/>
                    <a:pt x="118514" y="0"/>
                  </a:cubicBezTo>
                  <a:lnTo>
                    <a:pt x="1269008" y="0"/>
                  </a:lnTo>
                  <a:lnTo>
                    <a:pt x="1269008" y="237027"/>
                  </a:ln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879813" y="4615543"/>
              <a:ext cx="467660" cy="131816"/>
            </a:xfrm>
            <a:custGeom>
              <a:avLst/>
              <a:gdLst/>
              <a:ahLst/>
              <a:cxnLst/>
              <a:rect l="l" t="t" r="r" b="b"/>
              <a:pathLst>
                <a:path w="741192" h="208914">
                  <a:moveTo>
                    <a:pt x="741193" y="208914"/>
                  </a:moveTo>
                  <a:lnTo>
                    <a:pt x="104457" y="208914"/>
                  </a:lnTo>
                  <a:cubicBezTo>
                    <a:pt x="46766" y="208914"/>
                    <a:pt x="0" y="162149"/>
                    <a:pt x="0" y="104457"/>
                  </a:cubicBezTo>
                  <a:lnTo>
                    <a:pt x="0" y="104457"/>
                  </a:lnTo>
                  <a:cubicBezTo>
                    <a:pt x="0" y="46766"/>
                    <a:pt x="46766" y="0"/>
                    <a:pt x="104457" y="0"/>
                  </a:cubicBezTo>
                  <a:lnTo>
                    <a:pt x="741193" y="0"/>
                  </a:lnTo>
                  <a:lnTo>
                    <a:pt x="741193" y="208914"/>
                  </a:ln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5984818" y="3294398"/>
              <a:ext cx="469342" cy="483006"/>
            </a:xfrm>
            <a:custGeom>
              <a:avLst/>
              <a:gdLst/>
              <a:ahLst/>
              <a:cxnLst/>
              <a:rect l="l" t="t" r="r" b="b"/>
              <a:pathLst>
                <a:path w="743857" h="765511">
                  <a:moveTo>
                    <a:pt x="343291" y="0"/>
                  </a:moveTo>
                  <a:cubicBezTo>
                    <a:pt x="343291" y="0"/>
                    <a:pt x="26189" y="128040"/>
                    <a:pt x="147367" y="368798"/>
                  </a:cubicBezTo>
                  <a:cubicBezTo>
                    <a:pt x="147367" y="368798"/>
                    <a:pt x="-103183" y="491575"/>
                    <a:pt x="49106" y="676640"/>
                  </a:cubicBezTo>
                  <a:cubicBezTo>
                    <a:pt x="201394" y="861638"/>
                    <a:pt x="581784" y="721207"/>
                    <a:pt x="682777" y="586572"/>
                  </a:cubicBezTo>
                  <a:cubicBezTo>
                    <a:pt x="751527" y="494906"/>
                    <a:pt x="810484" y="226368"/>
                    <a:pt x="576321" y="154288"/>
                  </a:cubicBezTo>
                  <a:cubicBezTo>
                    <a:pt x="342225" y="82207"/>
                    <a:pt x="343291" y="0"/>
                    <a:pt x="343291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233874" y="4906077"/>
              <a:ext cx="3886210" cy="54853"/>
            </a:xfrm>
            <a:custGeom>
              <a:avLst/>
              <a:gdLst/>
              <a:ahLst/>
              <a:cxnLst/>
              <a:rect l="l" t="t" r="r" b="b"/>
              <a:pathLst>
                <a:path w="7120408" h="105922">
                  <a:moveTo>
                    <a:pt x="0" y="0"/>
                  </a:moveTo>
                  <a:lnTo>
                    <a:pt x="7120408" y="0"/>
                  </a:lnTo>
                  <a:lnTo>
                    <a:pt x="7120408" y="105923"/>
                  </a:lnTo>
                  <a:lnTo>
                    <a:pt x="0" y="105923"/>
                  </a:lnTo>
                  <a:close/>
                </a:path>
              </a:pathLst>
            </a:custGeom>
            <a:solidFill>
              <a:srgbClr val="30355C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227834" y="4299538"/>
              <a:ext cx="1204182" cy="577351"/>
            </a:xfrm>
            <a:custGeom>
              <a:avLst/>
              <a:gdLst/>
              <a:ahLst/>
              <a:cxnLst/>
              <a:rect l="l" t="t" r="r" b="b"/>
              <a:pathLst>
                <a:path w="1908499" h="915038">
                  <a:moveTo>
                    <a:pt x="1113213" y="0"/>
                  </a:moveTo>
                  <a:cubicBezTo>
                    <a:pt x="1113213" y="0"/>
                    <a:pt x="321457" y="130038"/>
                    <a:pt x="75369" y="390182"/>
                  </a:cubicBezTo>
                  <a:cubicBezTo>
                    <a:pt x="-95839" y="572516"/>
                    <a:pt x="-149333" y="1017858"/>
                    <a:pt x="1908500" y="893415"/>
                  </a:cubicBezTo>
                  <a:cubicBezTo>
                    <a:pt x="1901371" y="537208"/>
                    <a:pt x="1901371" y="537208"/>
                    <a:pt x="1901371" y="537208"/>
                  </a:cubicBezTo>
                  <a:cubicBezTo>
                    <a:pt x="1229128" y="282727"/>
                    <a:pt x="1229128" y="282727"/>
                    <a:pt x="1229128" y="282727"/>
                  </a:cubicBezTo>
                  <a:cubicBezTo>
                    <a:pt x="1113213" y="0"/>
                    <a:pt x="1113213" y="0"/>
                    <a:pt x="1113213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084977" y="4709193"/>
              <a:ext cx="432101" cy="196589"/>
            </a:xfrm>
            <a:custGeom>
              <a:avLst/>
              <a:gdLst/>
              <a:ahLst/>
              <a:cxnLst/>
              <a:rect l="l" t="t" r="r" b="b"/>
              <a:pathLst>
                <a:path w="684834" h="311572">
                  <a:moveTo>
                    <a:pt x="684834" y="311573"/>
                  </a:moveTo>
                  <a:cubicBezTo>
                    <a:pt x="156952" y="311573"/>
                    <a:pt x="156952" y="311573"/>
                    <a:pt x="156952" y="311573"/>
                  </a:cubicBezTo>
                  <a:cubicBezTo>
                    <a:pt x="71348" y="311573"/>
                    <a:pt x="0" y="242157"/>
                    <a:pt x="0" y="156685"/>
                  </a:cubicBezTo>
                  <a:cubicBezTo>
                    <a:pt x="0" y="69416"/>
                    <a:pt x="71348" y="0"/>
                    <a:pt x="156952" y="0"/>
                  </a:cubicBezTo>
                  <a:cubicBezTo>
                    <a:pt x="684834" y="0"/>
                    <a:pt x="684834" y="0"/>
                    <a:pt x="684834" y="0"/>
                  </a:cubicBezTo>
                  <a:cubicBezTo>
                    <a:pt x="684834" y="311573"/>
                    <a:pt x="684834" y="311573"/>
                    <a:pt x="684834" y="311573"/>
                  </a:cubicBezTo>
                </a:path>
              </a:pathLst>
            </a:custGeom>
            <a:solidFill>
              <a:srgbClr val="443789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181149" y="4748074"/>
              <a:ext cx="335929" cy="119878"/>
            </a:xfrm>
            <a:custGeom>
              <a:avLst/>
              <a:gdLst/>
              <a:ahLst/>
              <a:cxnLst/>
              <a:rect l="l" t="t" r="r" b="b"/>
              <a:pathLst>
                <a:path w="532411" h="189994">
                  <a:moveTo>
                    <a:pt x="532412" y="189995"/>
                  </a:moveTo>
                  <a:cubicBezTo>
                    <a:pt x="94398" y="189995"/>
                    <a:pt x="94398" y="189995"/>
                    <a:pt x="94398" y="189995"/>
                  </a:cubicBezTo>
                  <a:cubicBezTo>
                    <a:pt x="42769" y="189995"/>
                    <a:pt x="0" y="146959"/>
                    <a:pt x="0" y="94997"/>
                  </a:cubicBezTo>
                  <a:cubicBezTo>
                    <a:pt x="0" y="41237"/>
                    <a:pt x="42769" y="0"/>
                    <a:pt x="94398" y="0"/>
                  </a:cubicBezTo>
                  <a:cubicBezTo>
                    <a:pt x="532412" y="0"/>
                    <a:pt x="532412" y="0"/>
                    <a:pt x="532412" y="0"/>
                  </a:cubicBezTo>
                  <a:cubicBezTo>
                    <a:pt x="532412" y="189995"/>
                    <a:pt x="532412" y="189995"/>
                    <a:pt x="532412" y="189995"/>
                  </a:cubicBezTo>
                </a:path>
              </a:pathLst>
            </a:custGeom>
            <a:solidFill>
              <a:srgbClr val="22211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103388" y="4710245"/>
              <a:ext cx="413732" cy="195538"/>
            </a:xfrm>
            <a:custGeom>
              <a:avLst/>
              <a:gdLst/>
              <a:ahLst/>
              <a:cxnLst/>
              <a:rect l="l" t="t" r="r" b="b"/>
              <a:pathLst>
                <a:path w="655721" h="309907">
                  <a:moveTo>
                    <a:pt x="655655" y="0"/>
                  </a:moveTo>
                  <a:lnTo>
                    <a:pt x="655655" y="0"/>
                  </a:lnTo>
                  <a:cubicBezTo>
                    <a:pt x="493507" y="60556"/>
                    <a:pt x="493507" y="60556"/>
                    <a:pt x="493507" y="60556"/>
                  </a:cubicBezTo>
                  <a:cubicBezTo>
                    <a:pt x="655655" y="60556"/>
                    <a:pt x="655655" y="60556"/>
                    <a:pt x="655655" y="60556"/>
                  </a:cubicBezTo>
                  <a:cubicBezTo>
                    <a:pt x="655655" y="249351"/>
                    <a:pt x="655655" y="249351"/>
                    <a:pt x="655655" y="249351"/>
                  </a:cubicBezTo>
                  <a:cubicBezTo>
                    <a:pt x="217375" y="249351"/>
                    <a:pt x="217375" y="249351"/>
                    <a:pt x="217375" y="249351"/>
                  </a:cubicBezTo>
                  <a:cubicBezTo>
                    <a:pt x="179936" y="249351"/>
                    <a:pt x="146093" y="226235"/>
                    <a:pt x="131837" y="194125"/>
                  </a:cubicBezTo>
                  <a:cubicBezTo>
                    <a:pt x="0" y="242223"/>
                    <a:pt x="0" y="242223"/>
                    <a:pt x="0" y="242223"/>
                  </a:cubicBezTo>
                  <a:cubicBezTo>
                    <a:pt x="28513" y="283193"/>
                    <a:pt x="74812" y="309907"/>
                    <a:pt x="128307" y="309907"/>
                  </a:cubicBezTo>
                  <a:cubicBezTo>
                    <a:pt x="655722" y="309907"/>
                    <a:pt x="655722" y="309907"/>
                    <a:pt x="655722" y="309907"/>
                  </a:cubicBezTo>
                  <a:cubicBezTo>
                    <a:pt x="655655" y="0"/>
                    <a:pt x="655655" y="0"/>
                    <a:pt x="655655" y="0"/>
                  </a:cubicBezTo>
                </a:path>
              </a:pathLst>
            </a:custGeom>
            <a:solidFill>
              <a:srgbClr val="2B225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186529" y="4748074"/>
              <a:ext cx="330549" cy="119878"/>
            </a:xfrm>
            <a:custGeom>
              <a:avLst/>
              <a:gdLst/>
              <a:ahLst/>
              <a:cxnLst/>
              <a:rect l="l" t="t" r="r" b="b"/>
              <a:pathLst>
                <a:path w="523884" h="189994">
                  <a:moveTo>
                    <a:pt x="523885" y="0"/>
                  </a:moveTo>
                  <a:cubicBezTo>
                    <a:pt x="361736" y="0"/>
                    <a:pt x="361736" y="0"/>
                    <a:pt x="361736" y="0"/>
                  </a:cubicBezTo>
                  <a:cubicBezTo>
                    <a:pt x="0" y="134435"/>
                    <a:pt x="0" y="134435"/>
                    <a:pt x="0" y="134435"/>
                  </a:cubicBezTo>
                  <a:cubicBezTo>
                    <a:pt x="14256" y="166678"/>
                    <a:pt x="48098" y="189995"/>
                    <a:pt x="85538" y="189995"/>
                  </a:cubicBezTo>
                  <a:cubicBezTo>
                    <a:pt x="523885" y="189995"/>
                    <a:pt x="523885" y="189995"/>
                    <a:pt x="523885" y="189995"/>
                  </a:cubicBezTo>
                  <a:cubicBezTo>
                    <a:pt x="523885" y="0"/>
                    <a:pt x="523885" y="0"/>
                    <a:pt x="523885" y="0"/>
                  </a:cubicBezTo>
                </a:path>
              </a:pathLst>
            </a:custGeom>
            <a:solidFill>
              <a:srgbClr val="15141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5264334" y="4769679"/>
              <a:ext cx="8659" cy="75618"/>
            </a:xfrm>
            <a:custGeom>
              <a:avLst/>
              <a:gdLst/>
              <a:ahLst/>
              <a:cxnLst/>
              <a:rect l="l" t="t" r="r" b="b"/>
              <a:pathLst>
                <a:path w="13723" h="119845">
                  <a:moveTo>
                    <a:pt x="0" y="0"/>
                  </a:moveTo>
                  <a:lnTo>
                    <a:pt x="13723" y="0"/>
                  </a:lnTo>
                  <a:lnTo>
                    <a:pt x="13723" y="119846"/>
                  </a:lnTo>
                  <a:lnTo>
                    <a:pt x="0" y="119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BDB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320489" y="4769679"/>
              <a:ext cx="8659" cy="75618"/>
            </a:xfrm>
            <a:custGeom>
              <a:avLst/>
              <a:gdLst/>
              <a:ahLst/>
              <a:cxnLst/>
              <a:rect l="l" t="t" r="r" b="b"/>
              <a:pathLst>
                <a:path w="13723" h="119845">
                  <a:moveTo>
                    <a:pt x="0" y="0"/>
                  </a:moveTo>
                  <a:lnTo>
                    <a:pt x="13724" y="0"/>
                  </a:lnTo>
                  <a:lnTo>
                    <a:pt x="13724" y="119846"/>
                  </a:lnTo>
                  <a:lnTo>
                    <a:pt x="0" y="119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BDB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376688" y="4769679"/>
              <a:ext cx="9709" cy="75618"/>
            </a:xfrm>
            <a:custGeom>
              <a:avLst/>
              <a:gdLst/>
              <a:ahLst/>
              <a:cxnLst/>
              <a:rect l="l" t="t" r="r" b="b"/>
              <a:pathLst>
                <a:path w="15388" h="119845">
                  <a:moveTo>
                    <a:pt x="0" y="0"/>
                  </a:moveTo>
                  <a:lnTo>
                    <a:pt x="15389" y="0"/>
                  </a:lnTo>
                  <a:lnTo>
                    <a:pt x="15389" y="119846"/>
                  </a:lnTo>
                  <a:lnTo>
                    <a:pt x="0" y="119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BDBD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4" name="Freeform 34"/>
            <p:cNvSpPr/>
            <p:nvPr/>
          </p:nvSpPr>
          <p:spPr>
            <a:xfrm>
              <a:off x="7009887" y="4688639"/>
              <a:ext cx="456900" cy="196589"/>
            </a:xfrm>
            <a:custGeom>
              <a:avLst/>
              <a:gdLst/>
              <a:ahLst/>
              <a:cxnLst/>
              <a:rect l="l" t="t" r="r" b="b"/>
              <a:pathLst>
                <a:path w="724138" h="311572">
                  <a:moveTo>
                    <a:pt x="0" y="0"/>
                  </a:moveTo>
                  <a:cubicBezTo>
                    <a:pt x="567586" y="0"/>
                    <a:pt x="567586" y="0"/>
                    <a:pt x="567586" y="0"/>
                  </a:cubicBezTo>
                  <a:cubicBezTo>
                    <a:pt x="652991" y="0"/>
                    <a:pt x="724139" y="69416"/>
                    <a:pt x="724139" y="156685"/>
                  </a:cubicBezTo>
                  <a:cubicBezTo>
                    <a:pt x="724139" y="242157"/>
                    <a:pt x="652991" y="311573"/>
                    <a:pt x="567586" y="311573"/>
                  </a:cubicBezTo>
                  <a:cubicBezTo>
                    <a:pt x="0" y="311573"/>
                    <a:pt x="0" y="311573"/>
                    <a:pt x="0" y="31157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5" name="Freeform 35"/>
            <p:cNvSpPr/>
            <p:nvPr/>
          </p:nvSpPr>
          <p:spPr>
            <a:xfrm>
              <a:off x="7009887" y="4688639"/>
              <a:ext cx="431008" cy="196589"/>
            </a:xfrm>
            <a:custGeom>
              <a:avLst/>
              <a:gdLst/>
              <a:ahLst/>
              <a:cxnLst/>
              <a:rect l="l" t="t" r="r" b="b"/>
              <a:pathLst>
                <a:path w="683101" h="311572">
                  <a:moveTo>
                    <a:pt x="0" y="0"/>
                  </a:moveTo>
                  <a:cubicBezTo>
                    <a:pt x="526549" y="0"/>
                    <a:pt x="526549" y="0"/>
                    <a:pt x="526549" y="0"/>
                  </a:cubicBezTo>
                  <a:cubicBezTo>
                    <a:pt x="613686" y="0"/>
                    <a:pt x="683102" y="69416"/>
                    <a:pt x="683102" y="156685"/>
                  </a:cubicBezTo>
                  <a:cubicBezTo>
                    <a:pt x="683102" y="242157"/>
                    <a:pt x="613753" y="311573"/>
                    <a:pt x="526549" y="311573"/>
                  </a:cubicBezTo>
                  <a:cubicBezTo>
                    <a:pt x="0" y="311573"/>
                    <a:pt x="0" y="311573"/>
                    <a:pt x="0" y="31157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43789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6" name="Freeform 36"/>
            <p:cNvSpPr/>
            <p:nvPr/>
          </p:nvSpPr>
          <p:spPr>
            <a:xfrm>
              <a:off x="7008836" y="4844204"/>
              <a:ext cx="434202" cy="42117"/>
            </a:xfrm>
            <a:custGeom>
              <a:avLst/>
              <a:gdLst/>
              <a:ahLst/>
              <a:cxnLst/>
              <a:rect l="l" t="t" r="r" b="b"/>
              <a:pathLst>
                <a:path w="688164" h="66751">
                  <a:moveTo>
                    <a:pt x="688165" y="10525"/>
                  </a:moveTo>
                  <a:cubicBezTo>
                    <a:pt x="677506" y="24582"/>
                    <a:pt x="663250" y="35107"/>
                    <a:pt x="649060" y="43901"/>
                  </a:cubicBezTo>
                  <a:lnTo>
                    <a:pt x="649060" y="43901"/>
                  </a:lnTo>
                  <a:cubicBezTo>
                    <a:pt x="665049" y="35107"/>
                    <a:pt x="677506" y="24582"/>
                    <a:pt x="688165" y="10525"/>
                  </a:cubicBezTo>
                  <a:lnTo>
                    <a:pt x="688165" y="10525"/>
                  </a:lnTo>
                  <a:moveTo>
                    <a:pt x="1732" y="0"/>
                  </a:moveTo>
                  <a:lnTo>
                    <a:pt x="0" y="0"/>
                  </a:lnTo>
                  <a:cubicBezTo>
                    <a:pt x="0" y="66751"/>
                    <a:pt x="0" y="66751"/>
                    <a:pt x="0" y="66751"/>
                  </a:cubicBezTo>
                  <a:cubicBezTo>
                    <a:pt x="380589" y="66751"/>
                    <a:pt x="380589" y="66751"/>
                    <a:pt x="380589" y="66751"/>
                  </a:cubicBezTo>
                  <a:cubicBezTo>
                    <a:pt x="380589" y="66751"/>
                    <a:pt x="380589" y="66751"/>
                    <a:pt x="382388" y="65019"/>
                  </a:cubicBezTo>
                  <a:cubicBezTo>
                    <a:pt x="1799" y="65019"/>
                    <a:pt x="1799" y="65019"/>
                    <a:pt x="1799" y="65019"/>
                  </a:cubicBezTo>
                  <a:cubicBezTo>
                    <a:pt x="1732" y="0"/>
                    <a:pt x="1732" y="0"/>
                    <a:pt x="1732" y="0"/>
                  </a:cubicBezTo>
                </a:path>
              </a:pathLst>
            </a:custGeom>
            <a:solidFill>
              <a:srgbClr val="923A2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pic>
          <p:nvPicPr>
            <p:cNvPr id="37" name="image4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4507" y="4826920"/>
              <a:ext cx="6481" cy="21605"/>
            </a:xfrm>
            <a:custGeom>
              <a:avLst/>
              <a:gdLst/>
              <a:ahLst/>
              <a:cxnLst/>
              <a:rect l="0" t="0" r="0" b="0"/>
              <a:pathLst>
                <a:path w="10272" h="34241">
                  <a:moveTo>
                    <a:pt x="754" y="552"/>
                  </a:moveTo>
                  <a:lnTo>
                    <a:pt x="11027" y="552"/>
                  </a:lnTo>
                  <a:lnTo>
                    <a:pt x="11027" y="34794"/>
                  </a:lnTo>
                  <a:lnTo>
                    <a:pt x="754" y="34794"/>
                  </a:lnTo>
                  <a:close/>
                </a:path>
              </a:pathLst>
            </a:custGeom>
          </p:spPr>
        </p:pic>
        <p:sp>
          <p:nvSpPr>
            <p:cNvPr id="38" name="Freeform 38"/>
            <p:cNvSpPr/>
            <p:nvPr/>
          </p:nvSpPr>
          <p:spPr>
            <a:xfrm>
              <a:off x="6973908" y="4736179"/>
              <a:ext cx="413690" cy="149092"/>
            </a:xfrm>
            <a:custGeom>
              <a:avLst/>
              <a:gdLst/>
              <a:ahLst/>
              <a:cxnLst/>
              <a:rect l="l" t="t" r="r" b="b"/>
              <a:pathLst>
                <a:path w="655655" h="236294">
                  <a:moveTo>
                    <a:pt x="197256" y="0"/>
                  </a:moveTo>
                  <a:cubicBezTo>
                    <a:pt x="138632" y="60423"/>
                    <a:pt x="67551" y="110119"/>
                    <a:pt x="0" y="149224"/>
                  </a:cubicBezTo>
                  <a:cubicBezTo>
                    <a:pt x="0" y="236294"/>
                    <a:pt x="0" y="236294"/>
                    <a:pt x="0" y="236294"/>
                  </a:cubicBezTo>
                  <a:cubicBezTo>
                    <a:pt x="525950" y="236294"/>
                    <a:pt x="525950" y="236294"/>
                    <a:pt x="525950" y="236294"/>
                  </a:cubicBezTo>
                  <a:cubicBezTo>
                    <a:pt x="579244" y="236294"/>
                    <a:pt x="627210" y="209647"/>
                    <a:pt x="655655" y="168810"/>
                  </a:cubicBezTo>
                  <a:cubicBezTo>
                    <a:pt x="197256" y="0"/>
                    <a:pt x="197256" y="0"/>
                    <a:pt x="197256" y="0"/>
                  </a:cubicBezTo>
                </a:path>
              </a:pathLst>
            </a:custGeom>
            <a:solidFill>
              <a:srgbClr val="2B225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6976050" y="4727562"/>
              <a:ext cx="335929" cy="119878"/>
            </a:xfrm>
            <a:custGeom>
              <a:avLst/>
              <a:gdLst/>
              <a:ahLst/>
              <a:cxnLst/>
              <a:rect l="l" t="t" r="r" b="b"/>
              <a:pathLst>
                <a:path w="532411" h="189994">
                  <a:moveTo>
                    <a:pt x="0" y="0"/>
                  </a:moveTo>
                  <a:cubicBezTo>
                    <a:pt x="438347" y="0"/>
                    <a:pt x="438347" y="0"/>
                    <a:pt x="438347" y="0"/>
                  </a:cubicBezTo>
                  <a:cubicBezTo>
                    <a:pt x="489843" y="0"/>
                    <a:pt x="532412" y="41237"/>
                    <a:pt x="532412" y="94997"/>
                  </a:cubicBezTo>
                  <a:cubicBezTo>
                    <a:pt x="532412" y="146959"/>
                    <a:pt x="489843" y="189995"/>
                    <a:pt x="438347" y="189995"/>
                  </a:cubicBezTo>
                  <a:cubicBezTo>
                    <a:pt x="0" y="189995"/>
                    <a:pt x="0" y="189995"/>
                    <a:pt x="0" y="189995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11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6870211" y="4699441"/>
              <a:ext cx="116642" cy="184736"/>
            </a:xfrm>
            <a:custGeom>
              <a:avLst/>
              <a:gdLst/>
              <a:ahLst/>
              <a:cxnLst/>
              <a:rect l="l" t="t" r="r" b="b"/>
              <a:pathLst>
                <a:path w="184865" h="292786">
                  <a:moveTo>
                    <a:pt x="0" y="0"/>
                  </a:moveTo>
                  <a:lnTo>
                    <a:pt x="184865" y="0"/>
                  </a:lnTo>
                  <a:lnTo>
                    <a:pt x="184865" y="292786"/>
                  </a:lnTo>
                  <a:lnTo>
                    <a:pt x="0" y="292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5802290" y="3626376"/>
              <a:ext cx="839622" cy="1010267"/>
            </a:xfrm>
            <a:custGeom>
              <a:avLst/>
              <a:gdLst/>
              <a:ahLst/>
              <a:cxnLst/>
              <a:rect l="l" t="t" r="r" b="b"/>
              <a:pathLst>
                <a:path w="1330711" h="1601165">
                  <a:moveTo>
                    <a:pt x="665356" y="1601166"/>
                  </a:moveTo>
                  <a:lnTo>
                    <a:pt x="665356" y="1601166"/>
                  </a:lnTo>
                  <a:cubicBezTo>
                    <a:pt x="222878" y="1601166"/>
                    <a:pt x="-96489" y="1205854"/>
                    <a:pt x="26622" y="810542"/>
                  </a:cubicBezTo>
                  <a:cubicBezTo>
                    <a:pt x="172915" y="343816"/>
                    <a:pt x="172915" y="343816"/>
                    <a:pt x="172915" y="343816"/>
                  </a:cubicBezTo>
                  <a:cubicBezTo>
                    <a:pt x="237135" y="141164"/>
                    <a:pt x="436989" y="0"/>
                    <a:pt x="665356" y="0"/>
                  </a:cubicBezTo>
                  <a:cubicBezTo>
                    <a:pt x="893723" y="0"/>
                    <a:pt x="1095309" y="141164"/>
                    <a:pt x="1157797" y="343816"/>
                  </a:cubicBezTo>
                  <a:cubicBezTo>
                    <a:pt x="1304090" y="810542"/>
                    <a:pt x="1304090" y="810542"/>
                    <a:pt x="1304090" y="810542"/>
                  </a:cubicBezTo>
                  <a:cubicBezTo>
                    <a:pt x="1427200" y="1205854"/>
                    <a:pt x="1107833" y="1601166"/>
                    <a:pt x="665356" y="1601166"/>
                  </a:cubicBezTo>
                </a:path>
              </a:pathLst>
            </a:custGeom>
            <a:solidFill>
              <a:schemeClr val="accent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438981" y="4716760"/>
              <a:ext cx="117734" cy="184693"/>
            </a:xfrm>
            <a:custGeom>
              <a:avLst/>
              <a:gdLst/>
              <a:ahLst/>
              <a:cxnLst/>
              <a:rect l="l" t="t" r="r" b="b"/>
              <a:pathLst>
                <a:path w="186597" h="292719">
                  <a:moveTo>
                    <a:pt x="0" y="0"/>
                  </a:moveTo>
                  <a:lnTo>
                    <a:pt x="186597" y="0"/>
                  </a:lnTo>
                  <a:lnTo>
                    <a:pt x="186597" y="292720"/>
                  </a:lnTo>
                  <a:lnTo>
                    <a:pt x="0" y="292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3" name="Freeform 43"/>
            <p:cNvSpPr/>
            <p:nvPr/>
          </p:nvSpPr>
          <p:spPr>
            <a:xfrm>
              <a:off x="6162504" y="3514357"/>
              <a:ext cx="98772" cy="158752"/>
            </a:xfrm>
            <a:custGeom>
              <a:avLst/>
              <a:gdLst/>
              <a:ahLst/>
              <a:cxnLst/>
              <a:rect l="l" t="t" r="r" b="b"/>
              <a:pathLst>
                <a:path w="156543" h="251605">
                  <a:moveTo>
                    <a:pt x="48755" y="250351"/>
                  </a:moveTo>
                  <a:cubicBezTo>
                    <a:pt x="15446" y="243622"/>
                    <a:pt x="-5471" y="212045"/>
                    <a:pt x="1257" y="178736"/>
                  </a:cubicBezTo>
                  <a:cubicBezTo>
                    <a:pt x="37431" y="0"/>
                    <a:pt x="37431" y="0"/>
                    <a:pt x="37431" y="0"/>
                  </a:cubicBezTo>
                  <a:cubicBezTo>
                    <a:pt x="156544" y="24116"/>
                    <a:pt x="156544" y="24116"/>
                    <a:pt x="156544" y="24116"/>
                  </a:cubicBezTo>
                  <a:cubicBezTo>
                    <a:pt x="120370" y="202852"/>
                    <a:pt x="120370" y="202852"/>
                    <a:pt x="120370" y="202852"/>
                  </a:cubicBezTo>
                  <a:cubicBezTo>
                    <a:pt x="113642" y="236094"/>
                    <a:pt x="82065" y="257079"/>
                    <a:pt x="48755" y="250351"/>
                  </a:cubicBezTo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4" name="Freeform 44"/>
            <p:cNvSpPr/>
            <p:nvPr/>
          </p:nvSpPr>
          <p:spPr>
            <a:xfrm>
              <a:off x="5685624" y="3708675"/>
              <a:ext cx="594610" cy="871686"/>
            </a:xfrm>
            <a:custGeom>
              <a:avLst/>
              <a:gdLst/>
              <a:ahLst/>
              <a:cxnLst/>
              <a:rect l="l" t="t" r="r" b="b"/>
              <a:pathLst>
                <a:path w="942392" h="1381527">
                  <a:moveTo>
                    <a:pt x="505311" y="2"/>
                  </a:moveTo>
                  <a:cubicBezTo>
                    <a:pt x="505311" y="2"/>
                    <a:pt x="500381" y="-3396"/>
                    <a:pt x="364880" y="274668"/>
                  </a:cubicBezTo>
                  <a:cubicBezTo>
                    <a:pt x="364880" y="274668"/>
                    <a:pt x="199134" y="638270"/>
                    <a:pt x="286471" y="843254"/>
                  </a:cubicBezTo>
                  <a:cubicBezTo>
                    <a:pt x="350624" y="994743"/>
                    <a:pt x="942392" y="1044640"/>
                    <a:pt x="942392" y="1044640"/>
                  </a:cubicBezTo>
                  <a:cubicBezTo>
                    <a:pt x="942392" y="1044640"/>
                    <a:pt x="942392" y="1044640"/>
                    <a:pt x="892495" y="1381528"/>
                  </a:cubicBezTo>
                  <a:cubicBezTo>
                    <a:pt x="892495" y="1381528"/>
                    <a:pt x="421905" y="1313777"/>
                    <a:pt x="172420" y="1187270"/>
                  </a:cubicBezTo>
                  <a:cubicBezTo>
                    <a:pt x="-356927" y="921663"/>
                    <a:pt x="501514" y="535"/>
                    <a:pt x="501514" y="535"/>
                  </a:cubicBezTo>
                  <a:lnTo>
                    <a:pt x="505311" y="2"/>
                  </a:ln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02703" y="4472505"/>
              <a:ext cx="1220601" cy="251737"/>
            </a:xfrm>
            <a:custGeom>
              <a:avLst/>
              <a:gdLst/>
              <a:ahLst/>
              <a:cxnLst/>
              <a:rect l="l" t="t" r="r" b="b"/>
              <a:pathLst>
                <a:path w="1934522" h="398975">
                  <a:moveTo>
                    <a:pt x="1547605" y="0"/>
                  </a:moveTo>
                  <a:lnTo>
                    <a:pt x="0" y="398976"/>
                  </a:lnTo>
                  <a:lnTo>
                    <a:pt x="1934523" y="70748"/>
                  </a:lnTo>
                  <a:lnTo>
                    <a:pt x="1547605" y="0"/>
                  </a:lnTo>
                  <a:lnTo>
                    <a:pt x="1547605" y="0"/>
                  </a:lnTo>
                  <a:close/>
                </a:path>
              </a:pathLst>
            </a:custGeom>
            <a:solidFill>
              <a:srgbClr val="0169EE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702529" y="4460525"/>
              <a:ext cx="575728" cy="186669"/>
            </a:xfrm>
            <a:custGeom>
              <a:avLst/>
              <a:gdLst/>
              <a:ahLst/>
              <a:cxnLst/>
              <a:rect l="l" t="t" r="r" b="b"/>
              <a:pathLst>
                <a:path w="912468" h="295851">
                  <a:moveTo>
                    <a:pt x="912468" y="295851"/>
                  </a:moveTo>
                  <a:lnTo>
                    <a:pt x="0" y="162748"/>
                  </a:lnTo>
                  <a:lnTo>
                    <a:pt x="297650" y="0"/>
                  </a:lnTo>
                  <a:lnTo>
                    <a:pt x="912468" y="295851"/>
                  </a:lnTo>
                  <a:lnTo>
                    <a:pt x="912468" y="295851"/>
                  </a:lnTo>
                  <a:close/>
                </a:path>
              </a:pathLst>
            </a:custGeom>
            <a:solidFill>
              <a:srgbClr val="0169EE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502703" y="4281548"/>
              <a:ext cx="1679437" cy="624235"/>
            </a:xfrm>
            <a:custGeom>
              <a:avLst/>
              <a:gdLst/>
              <a:ahLst/>
              <a:cxnLst/>
              <a:rect l="l" t="t" r="r" b="b"/>
              <a:pathLst>
                <a:path w="2661729" h="989345">
                  <a:moveTo>
                    <a:pt x="1654061" y="0"/>
                  </a:moveTo>
                  <a:cubicBezTo>
                    <a:pt x="1654061" y="0"/>
                    <a:pt x="2518497" y="50896"/>
                    <a:pt x="2646870" y="440945"/>
                  </a:cubicBezTo>
                  <a:cubicBezTo>
                    <a:pt x="2773445" y="830994"/>
                    <a:pt x="2049772" y="989345"/>
                    <a:pt x="2049772" y="989345"/>
                  </a:cubicBezTo>
                  <a:cubicBezTo>
                    <a:pt x="0" y="989345"/>
                    <a:pt x="0" y="989345"/>
                    <a:pt x="0" y="989345"/>
                  </a:cubicBezTo>
                  <a:cubicBezTo>
                    <a:pt x="0" y="689697"/>
                    <a:pt x="0" y="689697"/>
                    <a:pt x="0" y="689697"/>
                  </a:cubicBezTo>
                  <a:cubicBezTo>
                    <a:pt x="1830532" y="361803"/>
                    <a:pt x="1830532" y="361803"/>
                    <a:pt x="1830532" y="361803"/>
                  </a:cubicBezTo>
                  <a:cubicBezTo>
                    <a:pt x="1379594" y="305244"/>
                    <a:pt x="1379594" y="305244"/>
                    <a:pt x="1379594" y="305244"/>
                  </a:cubicBezTo>
                  <a:cubicBezTo>
                    <a:pt x="1654061" y="0"/>
                    <a:pt x="1654061" y="0"/>
                    <a:pt x="1654061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8" name="Freeform 48"/>
            <p:cNvSpPr/>
            <p:nvPr/>
          </p:nvSpPr>
          <p:spPr>
            <a:xfrm>
              <a:off x="6166912" y="3711745"/>
              <a:ext cx="595839" cy="869457"/>
            </a:xfrm>
            <a:custGeom>
              <a:avLst/>
              <a:gdLst/>
              <a:ahLst/>
              <a:cxnLst/>
              <a:rect l="l" t="t" r="r" b="b"/>
              <a:pathLst>
                <a:path w="944342" h="1377995">
                  <a:moveTo>
                    <a:pt x="445875" y="0"/>
                  </a:moveTo>
                  <a:cubicBezTo>
                    <a:pt x="445875" y="0"/>
                    <a:pt x="481849" y="46433"/>
                    <a:pt x="588904" y="283926"/>
                  </a:cubicBezTo>
                  <a:cubicBezTo>
                    <a:pt x="588904" y="283926"/>
                    <a:pt x="697758" y="584374"/>
                    <a:pt x="656788" y="839721"/>
                  </a:cubicBezTo>
                  <a:cubicBezTo>
                    <a:pt x="630740" y="1002203"/>
                    <a:pt x="0" y="1041107"/>
                    <a:pt x="0" y="1041107"/>
                  </a:cubicBezTo>
                  <a:cubicBezTo>
                    <a:pt x="0" y="1041107"/>
                    <a:pt x="0" y="1041107"/>
                    <a:pt x="49964" y="1377995"/>
                  </a:cubicBezTo>
                  <a:cubicBezTo>
                    <a:pt x="49964" y="1377995"/>
                    <a:pt x="521153" y="1310245"/>
                    <a:pt x="771038" y="1183737"/>
                  </a:cubicBezTo>
                  <a:cubicBezTo>
                    <a:pt x="1301185" y="918197"/>
                    <a:pt x="445875" y="0"/>
                    <a:pt x="445875" y="0"/>
                  </a:cubicBez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9" name="Freeform 49"/>
            <p:cNvSpPr/>
            <p:nvPr/>
          </p:nvSpPr>
          <p:spPr>
            <a:xfrm>
              <a:off x="5758223" y="3704137"/>
              <a:ext cx="271997" cy="342612"/>
            </a:xfrm>
            <a:custGeom>
              <a:avLst/>
              <a:gdLst/>
              <a:ahLst/>
              <a:cxnLst/>
              <a:rect l="l" t="t" r="r" b="b"/>
              <a:pathLst>
                <a:path w="431085" h="543003">
                  <a:moveTo>
                    <a:pt x="431086" y="13923"/>
                  </a:moveTo>
                  <a:cubicBezTo>
                    <a:pt x="431086" y="13923"/>
                    <a:pt x="390116" y="1732"/>
                    <a:pt x="391847" y="0"/>
                  </a:cubicBezTo>
                  <a:cubicBezTo>
                    <a:pt x="391847" y="0"/>
                    <a:pt x="114716" y="244089"/>
                    <a:pt x="0" y="445675"/>
                  </a:cubicBezTo>
                  <a:cubicBezTo>
                    <a:pt x="0" y="445675"/>
                    <a:pt x="76478" y="442211"/>
                    <a:pt x="218974" y="543004"/>
                  </a:cubicBezTo>
                  <a:lnTo>
                    <a:pt x="431086" y="13923"/>
                  </a:lnTo>
                  <a:close/>
                </a:path>
              </a:pathLst>
            </a:custGeom>
            <a:solidFill>
              <a:schemeClr val="accent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0" name="Freeform 50"/>
            <p:cNvSpPr/>
            <p:nvPr/>
          </p:nvSpPr>
          <p:spPr>
            <a:xfrm>
              <a:off x="6442439" y="3707374"/>
              <a:ext cx="248962" cy="339376"/>
            </a:xfrm>
            <a:custGeom>
              <a:avLst/>
              <a:gdLst/>
              <a:ahLst/>
              <a:cxnLst/>
              <a:rect l="l" t="t" r="r" b="b"/>
              <a:pathLst>
                <a:path w="394578" h="537874">
                  <a:moveTo>
                    <a:pt x="0" y="0"/>
                  </a:moveTo>
                  <a:cubicBezTo>
                    <a:pt x="0" y="0"/>
                    <a:pt x="0" y="0"/>
                    <a:pt x="0" y="1732"/>
                  </a:cubicBezTo>
                  <a:cubicBezTo>
                    <a:pt x="0" y="1732"/>
                    <a:pt x="0" y="1732"/>
                    <a:pt x="1732" y="1732"/>
                  </a:cubicBezTo>
                  <a:cubicBezTo>
                    <a:pt x="1665" y="1732"/>
                    <a:pt x="1665" y="1732"/>
                    <a:pt x="0" y="0"/>
                  </a:cubicBezTo>
                  <a:cubicBezTo>
                    <a:pt x="0" y="0"/>
                    <a:pt x="279863" y="238959"/>
                    <a:pt x="394579" y="440545"/>
                  </a:cubicBezTo>
                  <a:cubicBezTo>
                    <a:pt x="394579" y="440545"/>
                    <a:pt x="318101" y="437081"/>
                    <a:pt x="175605" y="53787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1" name="Freeform 51"/>
            <p:cNvSpPr/>
            <p:nvPr/>
          </p:nvSpPr>
          <p:spPr>
            <a:xfrm>
              <a:off x="6171386" y="3262354"/>
              <a:ext cx="275859" cy="357490"/>
            </a:xfrm>
            <a:custGeom>
              <a:avLst/>
              <a:gdLst/>
              <a:ahLst/>
              <a:cxnLst/>
              <a:rect l="l" t="t" r="r" b="b"/>
              <a:pathLst>
                <a:path w="437206" h="566584">
                  <a:moveTo>
                    <a:pt x="431055" y="262698"/>
                  </a:moveTo>
                  <a:cubicBezTo>
                    <a:pt x="401144" y="417052"/>
                    <a:pt x="269840" y="587195"/>
                    <a:pt x="152991" y="564545"/>
                  </a:cubicBezTo>
                  <a:cubicBezTo>
                    <a:pt x="36077" y="541895"/>
                    <a:pt x="-22148" y="335045"/>
                    <a:pt x="7764" y="180691"/>
                  </a:cubicBezTo>
                  <a:cubicBezTo>
                    <a:pt x="37675" y="26337"/>
                    <a:pt x="144398" y="-17031"/>
                    <a:pt x="261312" y="5619"/>
                  </a:cubicBezTo>
                  <a:cubicBezTo>
                    <a:pt x="378161" y="28203"/>
                    <a:pt x="460967" y="108278"/>
                    <a:pt x="431055" y="262698"/>
                  </a:cubicBez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2" name="Freeform 52"/>
            <p:cNvSpPr/>
            <p:nvPr/>
          </p:nvSpPr>
          <p:spPr>
            <a:xfrm>
              <a:off x="6153167" y="3253566"/>
              <a:ext cx="311676" cy="195489"/>
            </a:xfrm>
            <a:custGeom>
              <a:avLst/>
              <a:gdLst/>
              <a:ahLst/>
              <a:cxnLst/>
              <a:rect l="l" t="t" r="r" b="b"/>
              <a:pathLst>
                <a:path w="493973" h="309828">
                  <a:moveTo>
                    <a:pt x="493973" y="220135"/>
                  </a:moveTo>
                  <a:cubicBezTo>
                    <a:pt x="493973" y="220135"/>
                    <a:pt x="466060" y="297145"/>
                    <a:pt x="258478" y="308737"/>
                  </a:cubicBezTo>
                  <a:cubicBezTo>
                    <a:pt x="16655" y="322194"/>
                    <a:pt x="0" y="206811"/>
                    <a:pt x="0" y="206811"/>
                  </a:cubicBezTo>
                  <a:cubicBezTo>
                    <a:pt x="0" y="206811"/>
                    <a:pt x="36906" y="3027"/>
                    <a:pt x="237760" y="29"/>
                  </a:cubicBezTo>
                  <a:cubicBezTo>
                    <a:pt x="438680" y="-2902"/>
                    <a:pt x="493973" y="220135"/>
                    <a:pt x="493973" y="220135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3" name="Freeform 53"/>
            <p:cNvSpPr/>
            <p:nvPr/>
          </p:nvSpPr>
          <p:spPr>
            <a:xfrm>
              <a:off x="6354515" y="3358918"/>
              <a:ext cx="132523" cy="116495"/>
            </a:xfrm>
            <a:custGeom>
              <a:avLst/>
              <a:gdLst/>
              <a:ahLst/>
              <a:cxnLst/>
              <a:rect l="l" t="t" r="r" b="b"/>
              <a:pathLst>
                <a:path w="210034" h="184632">
                  <a:moveTo>
                    <a:pt x="158671" y="0"/>
                  </a:moveTo>
                  <a:cubicBezTo>
                    <a:pt x="158671" y="0"/>
                    <a:pt x="260729" y="73346"/>
                    <a:pt x="177123" y="146693"/>
                  </a:cubicBezTo>
                  <a:cubicBezTo>
                    <a:pt x="93451" y="220040"/>
                    <a:pt x="25634" y="175738"/>
                    <a:pt x="2118" y="109320"/>
                  </a:cubicBezTo>
                  <a:cubicBezTo>
                    <a:pt x="-21398" y="42902"/>
                    <a:pt x="158671" y="0"/>
                    <a:pt x="158671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4" name="Freeform 54"/>
            <p:cNvSpPr/>
            <p:nvPr/>
          </p:nvSpPr>
          <p:spPr>
            <a:xfrm>
              <a:off x="6126686" y="3396328"/>
              <a:ext cx="89446" cy="89446"/>
            </a:xfrm>
            <a:custGeom>
              <a:avLst/>
              <a:gdLst/>
              <a:ahLst/>
              <a:cxnLst/>
              <a:rect l="l" t="t" r="r" b="b"/>
              <a:pathLst>
                <a:path w="141763" h="141763">
                  <a:moveTo>
                    <a:pt x="141763" y="70882"/>
                  </a:moveTo>
                  <a:cubicBezTo>
                    <a:pt x="141763" y="110029"/>
                    <a:pt x="110028" y="141763"/>
                    <a:pt x="70881" y="141763"/>
                  </a:cubicBezTo>
                  <a:cubicBezTo>
                    <a:pt x="31735" y="141763"/>
                    <a:pt x="0" y="110029"/>
                    <a:pt x="0" y="70882"/>
                  </a:cubicBezTo>
                  <a:cubicBezTo>
                    <a:pt x="0" y="31735"/>
                    <a:pt x="31734" y="0"/>
                    <a:pt x="70881" y="0"/>
                  </a:cubicBezTo>
                  <a:cubicBezTo>
                    <a:pt x="110028" y="0"/>
                    <a:pt x="141763" y="31735"/>
                    <a:pt x="141763" y="70882"/>
                  </a:cubicBezTo>
                  <a:close/>
                </a:path>
              </a:pathLst>
            </a:custGeom>
            <a:solidFill>
              <a:srgbClr val="F9B3B3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5" name="Freeform 55"/>
            <p:cNvSpPr/>
            <p:nvPr/>
          </p:nvSpPr>
          <p:spPr>
            <a:xfrm>
              <a:off x="6152985" y="3384054"/>
              <a:ext cx="211744" cy="101722"/>
            </a:xfrm>
            <a:custGeom>
              <a:avLst/>
              <a:gdLst/>
              <a:ahLst/>
              <a:cxnLst/>
              <a:rect l="l" t="t" r="r" b="b"/>
              <a:pathLst>
                <a:path w="335593" h="161219">
                  <a:moveTo>
                    <a:pt x="421" y="0"/>
                  </a:moveTo>
                  <a:cubicBezTo>
                    <a:pt x="421" y="0"/>
                    <a:pt x="-8106" y="81807"/>
                    <a:pt x="51584" y="127840"/>
                  </a:cubicBezTo>
                  <a:cubicBezTo>
                    <a:pt x="111274" y="173873"/>
                    <a:pt x="240846" y="177870"/>
                    <a:pt x="324318" y="104257"/>
                  </a:cubicBezTo>
                  <a:cubicBezTo>
                    <a:pt x="407791" y="30644"/>
                    <a:pt x="421" y="0"/>
                    <a:pt x="421" y="0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6" name="Freeform 56"/>
            <p:cNvSpPr/>
            <p:nvPr/>
          </p:nvSpPr>
          <p:spPr>
            <a:xfrm>
              <a:off x="6798040" y="2986168"/>
              <a:ext cx="1241618" cy="1126616"/>
            </a:xfrm>
            <a:custGeom>
              <a:avLst/>
              <a:gdLst/>
              <a:ahLst/>
              <a:cxnLst/>
              <a:rect l="l" t="t" r="r" b="b"/>
              <a:pathLst>
                <a:path w="1967831" h="1785564">
                  <a:moveTo>
                    <a:pt x="1921532" y="1785565"/>
                  </a:moveTo>
                  <a:lnTo>
                    <a:pt x="46300" y="1785565"/>
                  </a:lnTo>
                  <a:cubicBezTo>
                    <a:pt x="20719" y="1785565"/>
                    <a:pt x="0" y="1764846"/>
                    <a:pt x="0" y="1739265"/>
                  </a:cubicBezTo>
                  <a:lnTo>
                    <a:pt x="0" y="46300"/>
                  </a:lnTo>
                  <a:cubicBezTo>
                    <a:pt x="0" y="20718"/>
                    <a:pt x="20719" y="0"/>
                    <a:pt x="46300" y="0"/>
                  </a:cubicBezTo>
                  <a:lnTo>
                    <a:pt x="1921532" y="0"/>
                  </a:lnTo>
                  <a:cubicBezTo>
                    <a:pt x="1947114" y="0"/>
                    <a:pt x="1967832" y="20718"/>
                    <a:pt x="1967832" y="46300"/>
                  </a:cubicBezTo>
                  <a:lnTo>
                    <a:pt x="1967832" y="1739265"/>
                  </a:lnTo>
                  <a:cubicBezTo>
                    <a:pt x="1967832" y="1764846"/>
                    <a:pt x="1947114" y="1785565"/>
                    <a:pt x="1921532" y="1785565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7" name="Freeform 57"/>
            <p:cNvSpPr/>
            <p:nvPr/>
          </p:nvSpPr>
          <p:spPr>
            <a:xfrm>
              <a:off x="6846463" y="3221050"/>
              <a:ext cx="1193195" cy="891818"/>
            </a:xfrm>
            <a:custGeom>
              <a:avLst/>
              <a:gdLst/>
              <a:ahLst/>
              <a:cxnLst/>
              <a:rect l="l" t="t" r="r" b="b"/>
              <a:pathLst>
                <a:path w="1891087" h="1413435">
                  <a:moveTo>
                    <a:pt x="1891088" y="1367003"/>
                  </a:moveTo>
                  <a:lnTo>
                    <a:pt x="1891088" y="96996"/>
                  </a:lnTo>
                  <a:lnTo>
                    <a:pt x="1818075" y="23982"/>
                  </a:lnTo>
                  <a:cubicBezTo>
                    <a:pt x="1802685" y="8594"/>
                    <a:pt x="1781834" y="0"/>
                    <a:pt x="1760117" y="0"/>
                  </a:cubicBezTo>
                  <a:lnTo>
                    <a:pt x="35175" y="0"/>
                  </a:lnTo>
                  <a:cubicBezTo>
                    <a:pt x="16121" y="0"/>
                    <a:pt x="666" y="15455"/>
                    <a:pt x="666" y="34508"/>
                  </a:cubicBezTo>
                  <a:lnTo>
                    <a:pt x="0" y="901343"/>
                  </a:lnTo>
                  <a:cubicBezTo>
                    <a:pt x="0" y="919396"/>
                    <a:pt x="7195" y="936784"/>
                    <a:pt x="19919" y="949574"/>
                  </a:cubicBezTo>
                  <a:lnTo>
                    <a:pt x="483781" y="1413436"/>
                  </a:lnTo>
                  <a:lnTo>
                    <a:pt x="1844788" y="1413436"/>
                  </a:lnTo>
                  <a:cubicBezTo>
                    <a:pt x="1870370" y="1413303"/>
                    <a:pt x="1891088" y="1392584"/>
                    <a:pt x="1891088" y="1367003"/>
                  </a:cubicBezTo>
                  <a:close/>
                </a:path>
              </a:pathLst>
            </a:custGeom>
            <a:solidFill>
              <a:srgbClr val="0169EE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6843690" y="3221012"/>
              <a:ext cx="1131575" cy="594520"/>
              <a:chOff x="7309848" y="2614859"/>
              <a:chExt cx="1793424" cy="94224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09848" y="2614859"/>
                <a:ext cx="1054497" cy="750585"/>
              </a:xfrm>
              <a:custGeom>
                <a:avLst/>
                <a:gdLst/>
                <a:ahLst/>
                <a:cxnLst/>
                <a:rect l="l" t="t" r="r" b="b"/>
                <a:pathLst>
                  <a:path w="1054497" h="750585">
                    <a:moveTo>
                      <a:pt x="1024386" y="750586"/>
                    </a:moveTo>
                    <a:lnTo>
                      <a:pt x="30178" y="750586"/>
                    </a:lnTo>
                    <a:cubicBezTo>
                      <a:pt x="13523" y="750586"/>
                      <a:pt x="0" y="737063"/>
                      <a:pt x="0" y="720408"/>
                    </a:cubicBezTo>
                    <a:lnTo>
                      <a:pt x="0" y="30178"/>
                    </a:lnTo>
                    <a:cubicBezTo>
                      <a:pt x="0" y="13524"/>
                      <a:pt x="13523" y="0"/>
                      <a:pt x="30178" y="0"/>
                    </a:cubicBezTo>
                    <a:lnTo>
                      <a:pt x="1024319" y="0"/>
                    </a:lnTo>
                    <a:cubicBezTo>
                      <a:pt x="1040974" y="0"/>
                      <a:pt x="1054498" y="13524"/>
                      <a:pt x="1054498" y="30178"/>
                    </a:cubicBezTo>
                    <a:lnTo>
                      <a:pt x="1054498" y="720475"/>
                    </a:lnTo>
                    <a:cubicBezTo>
                      <a:pt x="1054498" y="737129"/>
                      <a:pt x="1041041" y="750586"/>
                      <a:pt x="1024386" y="750586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8398920" y="2614859"/>
                <a:ext cx="704352" cy="354474"/>
              </a:xfrm>
              <a:custGeom>
                <a:avLst/>
                <a:gdLst/>
                <a:ahLst/>
                <a:cxnLst/>
                <a:rect l="l" t="t" r="r" b="b"/>
                <a:pathLst>
                  <a:path w="704352" h="354474">
                    <a:moveTo>
                      <a:pt x="674175" y="354475"/>
                    </a:moveTo>
                    <a:lnTo>
                      <a:pt x="30178" y="354475"/>
                    </a:lnTo>
                    <a:cubicBezTo>
                      <a:pt x="13523" y="354475"/>
                      <a:pt x="0" y="340951"/>
                      <a:pt x="0" y="324297"/>
                    </a:cubicBezTo>
                    <a:lnTo>
                      <a:pt x="0" y="30178"/>
                    </a:lnTo>
                    <a:cubicBezTo>
                      <a:pt x="0" y="13524"/>
                      <a:pt x="13523" y="0"/>
                      <a:pt x="30178" y="0"/>
                    </a:cubicBezTo>
                    <a:lnTo>
                      <a:pt x="674175" y="0"/>
                    </a:lnTo>
                    <a:cubicBezTo>
                      <a:pt x="690830" y="0"/>
                      <a:pt x="704353" y="13524"/>
                      <a:pt x="704353" y="30178"/>
                    </a:cubicBezTo>
                    <a:lnTo>
                      <a:pt x="704353" y="324297"/>
                    </a:lnTo>
                    <a:cubicBezTo>
                      <a:pt x="704353" y="340951"/>
                      <a:pt x="690830" y="354475"/>
                      <a:pt x="674175" y="354475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8398920" y="3010971"/>
                <a:ext cx="704352" cy="354474"/>
              </a:xfrm>
              <a:custGeom>
                <a:avLst/>
                <a:gdLst/>
                <a:ahLst/>
                <a:cxnLst/>
                <a:rect l="l" t="t" r="r" b="b"/>
                <a:pathLst>
                  <a:path w="704352" h="354474">
                    <a:moveTo>
                      <a:pt x="674175" y="354475"/>
                    </a:moveTo>
                    <a:lnTo>
                      <a:pt x="30178" y="354475"/>
                    </a:lnTo>
                    <a:cubicBezTo>
                      <a:pt x="13523" y="354475"/>
                      <a:pt x="0" y="340951"/>
                      <a:pt x="0" y="324297"/>
                    </a:cubicBezTo>
                    <a:lnTo>
                      <a:pt x="0" y="30178"/>
                    </a:lnTo>
                    <a:cubicBezTo>
                      <a:pt x="0" y="13523"/>
                      <a:pt x="13523" y="0"/>
                      <a:pt x="30178" y="0"/>
                    </a:cubicBezTo>
                    <a:lnTo>
                      <a:pt x="674175" y="0"/>
                    </a:lnTo>
                    <a:cubicBezTo>
                      <a:pt x="690830" y="0"/>
                      <a:pt x="704353" y="13523"/>
                      <a:pt x="704353" y="30178"/>
                    </a:cubicBezTo>
                    <a:lnTo>
                      <a:pt x="704353" y="324297"/>
                    </a:lnTo>
                    <a:cubicBezTo>
                      <a:pt x="704353" y="341018"/>
                      <a:pt x="690830" y="354475"/>
                      <a:pt x="674175" y="354475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7780238" y="2919249"/>
                <a:ext cx="164962" cy="183377"/>
              </a:xfrm>
              <a:custGeom>
                <a:avLst/>
                <a:gdLst/>
                <a:ahLst/>
                <a:cxnLst/>
                <a:rect l="l" t="t" r="r" b="b"/>
                <a:pathLst>
                  <a:path w="164962" h="183377">
                    <a:moveTo>
                      <a:pt x="153421" y="71737"/>
                    </a:moveTo>
                    <a:lnTo>
                      <a:pt x="34641" y="3120"/>
                    </a:lnTo>
                    <a:cubicBezTo>
                      <a:pt x="19253" y="-5740"/>
                      <a:pt x="0" y="5318"/>
                      <a:pt x="0" y="23105"/>
                    </a:cubicBezTo>
                    <a:lnTo>
                      <a:pt x="0" y="160272"/>
                    </a:lnTo>
                    <a:cubicBezTo>
                      <a:pt x="0" y="178059"/>
                      <a:pt x="19253" y="189118"/>
                      <a:pt x="34641" y="180257"/>
                    </a:cubicBezTo>
                    <a:lnTo>
                      <a:pt x="153421" y="111641"/>
                    </a:lnTo>
                    <a:cubicBezTo>
                      <a:pt x="168810" y="102847"/>
                      <a:pt x="168810" y="80663"/>
                      <a:pt x="153421" y="71737"/>
                    </a:cubicBezTo>
                    <a:close/>
                  </a:path>
                </a:pathLst>
              </a:custGeom>
              <a:solidFill>
                <a:srgbClr val="FFCE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7315977" y="3407215"/>
                <a:ext cx="1787230" cy="149890"/>
              </a:xfrm>
              <a:custGeom>
                <a:avLst/>
                <a:gdLst/>
                <a:ahLst/>
                <a:cxnLst/>
                <a:rect l="l" t="t" r="r" b="b"/>
                <a:pathLst>
                  <a:path w="1787230" h="149890">
                    <a:moveTo>
                      <a:pt x="1758584" y="149891"/>
                    </a:moveTo>
                    <a:lnTo>
                      <a:pt x="28646" y="149891"/>
                    </a:lnTo>
                    <a:cubicBezTo>
                      <a:pt x="12791" y="149891"/>
                      <a:pt x="0" y="137033"/>
                      <a:pt x="0" y="121245"/>
                    </a:cubicBezTo>
                    <a:lnTo>
                      <a:pt x="0" y="28646"/>
                    </a:lnTo>
                    <a:cubicBezTo>
                      <a:pt x="0" y="12791"/>
                      <a:pt x="12857" y="0"/>
                      <a:pt x="28646" y="0"/>
                    </a:cubicBezTo>
                    <a:lnTo>
                      <a:pt x="1758584" y="0"/>
                    </a:lnTo>
                    <a:cubicBezTo>
                      <a:pt x="1774439" y="0"/>
                      <a:pt x="1787230" y="12857"/>
                      <a:pt x="1787230" y="28646"/>
                    </a:cubicBezTo>
                    <a:lnTo>
                      <a:pt x="1787230" y="121245"/>
                    </a:lnTo>
                    <a:cubicBezTo>
                      <a:pt x="1787297" y="137033"/>
                      <a:pt x="1774439" y="149891"/>
                      <a:pt x="1758584" y="149891"/>
                    </a:cubicBezTo>
                    <a:close/>
                  </a:path>
                </a:pathLst>
              </a:custGeom>
              <a:solidFill>
                <a:srgbClr val="FFCE00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64" name="Freeform 64"/>
            <p:cNvSpPr/>
            <p:nvPr/>
          </p:nvSpPr>
          <p:spPr>
            <a:xfrm>
              <a:off x="5288419" y="3072841"/>
              <a:ext cx="332693" cy="135010"/>
            </a:xfrm>
            <a:custGeom>
              <a:avLst/>
              <a:gdLst/>
              <a:ahLst/>
              <a:cxnLst/>
              <a:rect l="l" t="t" r="r" b="b"/>
              <a:pathLst>
                <a:path w="527282" h="213977">
                  <a:moveTo>
                    <a:pt x="489643" y="213977"/>
                  </a:moveTo>
                  <a:lnTo>
                    <a:pt x="37639" y="213977"/>
                  </a:lnTo>
                  <a:cubicBezTo>
                    <a:pt x="16854" y="213977"/>
                    <a:pt x="0" y="197123"/>
                    <a:pt x="0" y="176338"/>
                  </a:cubicBezTo>
                  <a:lnTo>
                    <a:pt x="0" y="37639"/>
                  </a:lnTo>
                  <a:cubicBezTo>
                    <a:pt x="0" y="16854"/>
                    <a:pt x="16854" y="0"/>
                    <a:pt x="37639" y="0"/>
                  </a:cubicBezTo>
                  <a:lnTo>
                    <a:pt x="489643" y="0"/>
                  </a:lnTo>
                  <a:cubicBezTo>
                    <a:pt x="510428" y="0"/>
                    <a:pt x="527282" y="16854"/>
                    <a:pt x="527282" y="37639"/>
                  </a:cubicBezTo>
                  <a:lnTo>
                    <a:pt x="527282" y="176338"/>
                  </a:lnTo>
                  <a:cubicBezTo>
                    <a:pt x="527282" y="197123"/>
                    <a:pt x="510428" y="213977"/>
                    <a:pt x="489643" y="213977"/>
                  </a:cubicBez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5" name="Freeform 65"/>
            <p:cNvSpPr/>
            <p:nvPr/>
          </p:nvSpPr>
          <p:spPr>
            <a:xfrm>
              <a:off x="4757288" y="4235732"/>
              <a:ext cx="271198" cy="370900"/>
            </a:xfrm>
            <a:custGeom>
              <a:avLst/>
              <a:gdLst/>
              <a:ahLst/>
              <a:cxnLst/>
              <a:rect l="l" t="t" r="r" b="b"/>
              <a:pathLst>
                <a:path w="429819" h="587837">
                  <a:moveTo>
                    <a:pt x="399975" y="587838"/>
                  </a:moveTo>
                  <a:lnTo>
                    <a:pt x="29845" y="587838"/>
                  </a:lnTo>
                  <a:cubicBezTo>
                    <a:pt x="13390" y="587838"/>
                    <a:pt x="0" y="574514"/>
                    <a:pt x="0" y="557993"/>
                  </a:cubicBezTo>
                  <a:lnTo>
                    <a:pt x="0" y="29845"/>
                  </a:lnTo>
                  <a:cubicBezTo>
                    <a:pt x="0" y="13390"/>
                    <a:pt x="13324" y="0"/>
                    <a:pt x="29845" y="0"/>
                  </a:cubicBezTo>
                  <a:lnTo>
                    <a:pt x="399975" y="0"/>
                  </a:lnTo>
                  <a:cubicBezTo>
                    <a:pt x="416430" y="0"/>
                    <a:pt x="429820" y="13324"/>
                    <a:pt x="429820" y="29845"/>
                  </a:cubicBezTo>
                  <a:lnTo>
                    <a:pt x="429820" y="557993"/>
                  </a:lnTo>
                  <a:cubicBezTo>
                    <a:pt x="429753" y="574514"/>
                    <a:pt x="416430" y="587838"/>
                    <a:pt x="399975" y="58783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6" name="Freeform 66"/>
            <p:cNvSpPr/>
            <p:nvPr/>
          </p:nvSpPr>
          <p:spPr>
            <a:xfrm>
              <a:off x="4757287" y="4235772"/>
              <a:ext cx="271198" cy="370859"/>
            </a:xfrm>
            <a:custGeom>
              <a:avLst/>
              <a:gdLst/>
              <a:ahLst/>
              <a:cxnLst/>
              <a:rect l="l" t="t" r="r" b="b"/>
              <a:pathLst>
                <a:path w="429819" h="587771">
                  <a:moveTo>
                    <a:pt x="399975" y="0"/>
                  </a:moveTo>
                  <a:lnTo>
                    <a:pt x="370730" y="0"/>
                  </a:lnTo>
                  <a:lnTo>
                    <a:pt x="370730" y="152755"/>
                  </a:lnTo>
                  <a:cubicBezTo>
                    <a:pt x="370730" y="353875"/>
                    <a:pt x="207715" y="516890"/>
                    <a:pt x="6595" y="516890"/>
                  </a:cubicBezTo>
                  <a:lnTo>
                    <a:pt x="0" y="516890"/>
                  </a:lnTo>
                  <a:lnTo>
                    <a:pt x="0" y="557926"/>
                  </a:lnTo>
                  <a:cubicBezTo>
                    <a:pt x="0" y="574381"/>
                    <a:pt x="13324" y="587771"/>
                    <a:pt x="29845" y="587771"/>
                  </a:cubicBezTo>
                  <a:lnTo>
                    <a:pt x="399975" y="587771"/>
                  </a:lnTo>
                  <a:cubicBezTo>
                    <a:pt x="416430" y="587771"/>
                    <a:pt x="429820" y="574448"/>
                    <a:pt x="429820" y="557926"/>
                  </a:cubicBezTo>
                  <a:lnTo>
                    <a:pt x="429820" y="29778"/>
                  </a:lnTo>
                  <a:cubicBezTo>
                    <a:pt x="429753" y="13390"/>
                    <a:pt x="416430" y="0"/>
                    <a:pt x="399975" y="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7" name="Freeform 67"/>
            <p:cNvSpPr/>
            <p:nvPr/>
          </p:nvSpPr>
          <p:spPr>
            <a:xfrm>
              <a:off x="5260297" y="3096084"/>
              <a:ext cx="309238" cy="29380"/>
            </a:xfrm>
            <a:custGeom>
              <a:avLst/>
              <a:gdLst/>
              <a:ahLst/>
              <a:cxnLst/>
              <a:rect l="l" t="t" r="r" b="b"/>
              <a:pathLst>
                <a:path w="490109" h="46565">
                  <a:moveTo>
                    <a:pt x="482715" y="46566"/>
                  </a:moveTo>
                  <a:lnTo>
                    <a:pt x="7395" y="46566"/>
                  </a:lnTo>
                  <a:cubicBezTo>
                    <a:pt x="3331" y="46566"/>
                    <a:pt x="0" y="43235"/>
                    <a:pt x="0" y="39171"/>
                  </a:cubicBezTo>
                  <a:lnTo>
                    <a:pt x="0" y="7395"/>
                  </a:lnTo>
                  <a:cubicBezTo>
                    <a:pt x="0" y="3331"/>
                    <a:pt x="3331" y="0"/>
                    <a:pt x="7395" y="0"/>
                  </a:cubicBezTo>
                  <a:lnTo>
                    <a:pt x="482715" y="0"/>
                  </a:lnTo>
                  <a:cubicBezTo>
                    <a:pt x="486778" y="0"/>
                    <a:pt x="490109" y="3331"/>
                    <a:pt x="490109" y="7395"/>
                  </a:cubicBezTo>
                  <a:lnTo>
                    <a:pt x="490109" y="39171"/>
                  </a:lnTo>
                  <a:cubicBezTo>
                    <a:pt x="490109" y="43302"/>
                    <a:pt x="486778" y="46566"/>
                    <a:pt x="482715" y="46566"/>
                  </a:cubicBezTo>
                  <a:close/>
                </a:path>
              </a:pathLst>
            </a:custGeom>
            <a:solidFill>
              <a:srgbClr val="ADD3D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8" name="Freeform 68"/>
            <p:cNvSpPr/>
            <p:nvPr/>
          </p:nvSpPr>
          <p:spPr>
            <a:xfrm>
              <a:off x="5260297" y="3142700"/>
              <a:ext cx="188896" cy="29380"/>
            </a:xfrm>
            <a:custGeom>
              <a:avLst/>
              <a:gdLst/>
              <a:ahLst/>
              <a:cxnLst/>
              <a:rect l="l" t="t" r="r" b="b"/>
              <a:pathLst>
                <a:path w="299381" h="46565">
                  <a:moveTo>
                    <a:pt x="291987" y="46566"/>
                  </a:moveTo>
                  <a:lnTo>
                    <a:pt x="7395" y="46566"/>
                  </a:lnTo>
                  <a:cubicBezTo>
                    <a:pt x="3331" y="46566"/>
                    <a:pt x="0" y="43235"/>
                    <a:pt x="0" y="39171"/>
                  </a:cubicBezTo>
                  <a:lnTo>
                    <a:pt x="0" y="7395"/>
                  </a:lnTo>
                  <a:cubicBezTo>
                    <a:pt x="0" y="3331"/>
                    <a:pt x="3331" y="0"/>
                    <a:pt x="7395" y="0"/>
                  </a:cubicBezTo>
                  <a:lnTo>
                    <a:pt x="291987" y="0"/>
                  </a:lnTo>
                  <a:cubicBezTo>
                    <a:pt x="296051" y="0"/>
                    <a:pt x="299382" y="3331"/>
                    <a:pt x="299382" y="7395"/>
                  </a:cubicBezTo>
                  <a:lnTo>
                    <a:pt x="299382" y="39171"/>
                  </a:lnTo>
                  <a:cubicBezTo>
                    <a:pt x="299382" y="43235"/>
                    <a:pt x="296051" y="46566"/>
                    <a:pt x="291987" y="46566"/>
                  </a:cubicBezTo>
                  <a:close/>
                </a:path>
              </a:pathLst>
            </a:custGeom>
            <a:solidFill>
              <a:srgbClr val="ADD3DB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9" name="Freeform 69"/>
            <p:cNvSpPr/>
            <p:nvPr/>
          </p:nvSpPr>
          <p:spPr>
            <a:xfrm>
              <a:off x="5513169" y="3429450"/>
              <a:ext cx="112732" cy="112732"/>
            </a:xfrm>
            <a:custGeom>
              <a:avLst/>
              <a:gdLst/>
              <a:ahLst/>
              <a:cxnLst/>
              <a:rect l="l" t="t" r="r" b="b"/>
              <a:pathLst>
                <a:path w="178669" h="178669">
                  <a:moveTo>
                    <a:pt x="178670" y="89335"/>
                  </a:moveTo>
                  <a:cubicBezTo>
                    <a:pt x="178670" y="138673"/>
                    <a:pt x="138673" y="178670"/>
                    <a:pt x="89335" y="178670"/>
                  </a:cubicBezTo>
                  <a:cubicBezTo>
                    <a:pt x="39997" y="178670"/>
                    <a:pt x="0" y="138673"/>
                    <a:pt x="0" y="89335"/>
                  </a:cubicBezTo>
                  <a:cubicBezTo>
                    <a:pt x="0" y="39997"/>
                    <a:pt x="39997" y="0"/>
                    <a:pt x="89335" y="0"/>
                  </a:cubicBezTo>
                  <a:cubicBezTo>
                    <a:pt x="138673" y="0"/>
                    <a:pt x="178670" y="39997"/>
                    <a:pt x="178670" y="89335"/>
                  </a:cubicBezTo>
                  <a:close/>
                </a:path>
              </a:pathLst>
            </a:custGeom>
            <a:solidFill>
              <a:srgbClr val="3C914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0" name="Freeform 70"/>
            <p:cNvSpPr/>
            <p:nvPr/>
          </p:nvSpPr>
          <p:spPr>
            <a:xfrm>
              <a:off x="5504552" y="3417176"/>
              <a:ext cx="112732" cy="112732"/>
            </a:xfrm>
            <a:custGeom>
              <a:avLst/>
              <a:gdLst/>
              <a:ahLst/>
              <a:cxnLst/>
              <a:rect l="l" t="t" r="r" b="b"/>
              <a:pathLst>
                <a:path w="178669" h="178669">
                  <a:moveTo>
                    <a:pt x="178670" y="89335"/>
                  </a:moveTo>
                  <a:cubicBezTo>
                    <a:pt x="178670" y="138673"/>
                    <a:pt x="138673" y="178670"/>
                    <a:pt x="89335" y="178670"/>
                  </a:cubicBezTo>
                  <a:cubicBezTo>
                    <a:pt x="39997" y="178670"/>
                    <a:pt x="0" y="138673"/>
                    <a:pt x="0" y="89335"/>
                  </a:cubicBezTo>
                  <a:cubicBezTo>
                    <a:pt x="0" y="39997"/>
                    <a:pt x="39997" y="0"/>
                    <a:pt x="89335" y="0"/>
                  </a:cubicBezTo>
                  <a:cubicBezTo>
                    <a:pt x="138673" y="0"/>
                    <a:pt x="178670" y="39997"/>
                    <a:pt x="178670" y="89335"/>
                  </a:cubicBez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1" name="Freeform 71"/>
            <p:cNvSpPr/>
            <p:nvPr/>
          </p:nvSpPr>
          <p:spPr>
            <a:xfrm>
              <a:off x="6798040" y="2977761"/>
              <a:ext cx="1241618" cy="109958"/>
            </a:xfrm>
            <a:custGeom>
              <a:avLst/>
              <a:gdLst/>
              <a:ahLst/>
              <a:cxnLst/>
              <a:rect l="l" t="t" r="r" b="b"/>
              <a:pathLst>
                <a:path w="1967831" h="174272">
                  <a:moveTo>
                    <a:pt x="1967832" y="174273"/>
                  </a:moveTo>
                  <a:lnTo>
                    <a:pt x="0" y="174273"/>
                  </a:lnTo>
                  <a:lnTo>
                    <a:pt x="0" y="45500"/>
                  </a:lnTo>
                  <a:cubicBezTo>
                    <a:pt x="0" y="20385"/>
                    <a:pt x="20385" y="0"/>
                    <a:pt x="45500" y="0"/>
                  </a:cubicBezTo>
                  <a:lnTo>
                    <a:pt x="1922332" y="0"/>
                  </a:lnTo>
                  <a:cubicBezTo>
                    <a:pt x="1947447" y="0"/>
                    <a:pt x="1967832" y="20385"/>
                    <a:pt x="1967832" y="45500"/>
                  </a:cubicBezTo>
                  <a:lnTo>
                    <a:pt x="1967832" y="174273"/>
                  </a:lnTo>
                  <a:close/>
                </a:path>
              </a:pathLst>
            </a:custGeom>
            <a:solidFill>
              <a:srgbClr val="DEF0F4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2" name="Freeform 72"/>
            <p:cNvSpPr/>
            <p:nvPr/>
          </p:nvSpPr>
          <p:spPr>
            <a:xfrm>
              <a:off x="7598268" y="2934424"/>
              <a:ext cx="88101" cy="88102"/>
            </a:xfrm>
            <a:custGeom>
              <a:avLst/>
              <a:gdLst/>
              <a:ahLst/>
              <a:cxnLst/>
              <a:rect l="l" t="t" r="r" b="b"/>
              <a:pathLst>
                <a:path w="139631" h="139631">
                  <a:moveTo>
                    <a:pt x="139632" y="69816"/>
                  </a:moveTo>
                  <a:cubicBezTo>
                    <a:pt x="139632" y="108374"/>
                    <a:pt x="108374" y="139632"/>
                    <a:pt x="69816" y="139632"/>
                  </a:cubicBezTo>
                  <a:cubicBezTo>
                    <a:pt x="31258" y="139632"/>
                    <a:pt x="0" y="108374"/>
                    <a:pt x="0" y="69816"/>
                  </a:cubicBezTo>
                  <a:cubicBezTo>
                    <a:pt x="0" y="31258"/>
                    <a:pt x="31258" y="0"/>
                    <a:pt x="69816" y="0"/>
                  </a:cubicBezTo>
                  <a:cubicBezTo>
                    <a:pt x="108374" y="0"/>
                    <a:pt x="139632" y="31258"/>
                    <a:pt x="139632" y="69816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3" name="Freeform 73"/>
            <p:cNvSpPr/>
            <p:nvPr/>
          </p:nvSpPr>
          <p:spPr>
            <a:xfrm>
              <a:off x="7728235" y="2934424"/>
              <a:ext cx="88101" cy="88102"/>
            </a:xfrm>
            <a:custGeom>
              <a:avLst/>
              <a:gdLst/>
              <a:ahLst/>
              <a:cxnLst/>
              <a:rect l="l" t="t" r="r" b="b"/>
              <a:pathLst>
                <a:path w="139631" h="139631">
                  <a:moveTo>
                    <a:pt x="139631" y="69816"/>
                  </a:moveTo>
                  <a:cubicBezTo>
                    <a:pt x="139631" y="108374"/>
                    <a:pt x="108374" y="139632"/>
                    <a:pt x="69816" y="139632"/>
                  </a:cubicBezTo>
                  <a:cubicBezTo>
                    <a:pt x="31257" y="139632"/>
                    <a:pt x="0" y="108374"/>
                    <a:pt x="0" y="69816"/>
                  </a:cubicBezTo>
                  <a:cubicBezTo>
                    <a:pt x="0" y="31258"/>
                    <a:pt x="31258" y="0"/>
                    <a:pt x="69816" y="0"/>
                  </a:cubicBezTo>
                  <a:cubicBezTo>
                    <a:pt x="108374" y="0"/>
                    <a:pt x="139631" y="31258"/>
                    <a:pt x="139631" y="698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4" name="Freeform 74"/>
            <p:cNvSpPr/>
            <p:nvPr/>
          </p:nvSpPr>
          <p:spPr>
            <a:xfrm>
              <a:off x="7858245" y="2934424"/>
              <a:ext cx="88101" cy="88101"/>
            </a:xfrm>
            <a:custGeom>
              <a:avLst/>
              <a:gdLst/>
              <a:ahLst/>
              <a:cxnLst/>
              <a:rect l="l" t="t" r="r" b="b"/>
              <a:pathLst>
                <a:path w="139631" h="139631">
                  <a:moveTo>
                    <a:pt x="139631" y="69816"/>
                  </a:moveTo>
                  <a:cubicBezTo>
                    <a:pt x="139631" y="108374"/>
                    <a:pt x="108374" y="139632"/>
                    <a:pt x="69816" y="139632"/>
                  </a:cubicBezTo>
                  <a:cubicBezTo>
                    <a:pt x="31257" y="139632"/>
                    <a:pt x="0" y="108374"/>
                    <a:pt x="0" y="69816"/>
                  </a:cubicBezTo>
                  <a:cubicBezTo>
                    <a:pt x="0" y="31258"/>
                    <a:pt x="31258" y="0"/>
                    <a:pt x="69816" y="0"/>
                  </a:cubicBezTo>
                  <a:cubicBezTo>
                    <a:pt x="108374" y="0"/>
                    <a:pt x="139631" y="31258"/>
                    <a:pt x="139631" y="6981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5" name="Freeform 75"/>
            <p:cNvSpPr/>
            <p:nvPr/>
          </p:nvSpPr>
          <p:spPr>
            <a:xfrm>
              <a:off x="6269558" y="3993996"/>
              <a:ext cx="169815" cy="134169"/>
            </a:xfrm>
            <a:custGeom>
              <a:avLst/>
              <a:gdLst/>
              <a:ahLst/>
              <a:cxnLst/>
              <a:rect l="l" t="t" r="r" b="b"/>
              <a:pathLst>
                <a:path w="269137" h="212644">
                  <a:moveTo>
                    <a:pt x="226835" y="212645"/>
                  </a:moveTo>
                  <a:lnTo>
                    <a:pt x="42302" y="212645"/>
                  </a:lnTo>
                  <a:cubicBezTo>
                    <a:pt x="18920" y="212645"/>
                    <a:pt x="0" y="193725"/>
                    <a:pt x="0" y="170342"/>
                  </a:cubicBezTo>
                  <a:lnTo>
                    <a:pt x="0" y="0"/>
                  </a:lnTo>
                  <a:lnTo>
                    <a:pt x="269137" y="0"/>
                  </a:lnTo>
                  <a:lnTo>
                    <a:pt x="269137" y="170342"/>
                  </a:lnTo>
                  <a:cubicBezTo>
                    <a:pt x="269204" y="193659"/>
                    <a:pt x="250218" y="212645"/>
                    <a:pt x="226835" y="212645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5802679" y="4079452"/>
              <a:ext cx="826898" cy="508770"/>
              <a:chOff x="5659962" y="3975400"/>
              <a:chExt cx="1310545" cy="80634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5659962" y="3975400"/>
                <a:ext cx="1310545" cy="741259"/>
              </a:xfrm>
              <a:custGeom>
                <a:avLst/>
                <a:gdLst/>
                <a:ahLst/>
                <a:cxnLst/>
                <a:rect l="l" t="t" r="r" b="b"/>
                <a:pathLst>
                  <a:path w="1310545" h="741259">
                    <a:moveTo>
                      <a:pt x="41859" y="0"/>
                    </a:moveTo>
                    <a:cubicBezTo>
                      <a:pt x="1267299" y="0"/>
                      <a:pt x="1267299" y="0"/>
                      <a:pt x="1267299" y="0"/>
                    </a:cubicBezTo>
                    <a:cubicBezTo>
                      <a:pt x="1294079" y="0"/>
                      <a:pt x="1313665" y="23183"/>
                      <a:pt x="1310134" y="49897"/>
                    </a:cubicBezTo>
                    <a:cubicBezTo>
                      <a:pt x="1179895" y="741260"/>
                      <a:pt x="1179895" y="741260"/>
                      <a:pt x="1179895" y="741260"/>
                    </a:cubicBezTo>
                    <a:cubicBezTo>
                      <a:pt x="115005" y="741260"/>
                      <a:pt x="115005" y="741260"/>
                      <a:pt x="115005" y="741260"/>
                    </a:cubicBezTo>
                    <a:cubicBezTo>
                      <a:pt x="822" y="49897"/>
                      <a:pt x="822" y="49897"/>
                      <a:pt x="822" y="49897"/>
                    </a:cubicBezTo>
                    <a:cubicBezTo>
                      <a:pt x="-4508" y="23116"/>
                      <a:pt x="16877" y="0"/>
                      <a:pt x="41859" y="0"/>
                    </a:cubicBezTo>
                    <a:lnTo>
                      <a:pt x="41859" y="0"/>
                    </a:lnTo>
                    <a:close/>
                  </a:path>
                </a:pathLst>
              </a:custGeom>
              <a:solidFill>
                <a:srgbClr val="DEF0F4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5775233" y="4716660"/>
                <a:ext cx="1066555" cy="65085"/>
              </a:xfrm>
              <a:custGeom>
                <a:avLst/>
                <a:gdLst/>
                <a:ahLst/>
                <a:cxnLst/>
                <a:rect l="l" t="t" r="r" b="b"/>
                <a:pathLst>
                  <a:path w="1066555" h="65085">
                    <a:moveTo>
                      <a:pt x="1023787" y="65086"/>
                    </a:moveTo>
                    <a:cubicBezTo>
                      <a:pt x="42835" y="65086"/>
                      <a:pt x="42835" y="65086"/>
                      <a:pt x="42835" y="65086"/>
                    </a:cubicBezTo>
                    <a:cubicBezTo>
                      <a:pt x="17854" y="65086"/>
                      <a:pt x="0" y="47032"/>
                      <a:pt x="0" y="217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66556" y="0"/>
                      <a:pt x="1066556" y="0"/>
                      <a:pt x="1066556" y="0"/>
                    </a:cubicBezTo>
                    <a:cubicBezTo>
                      <a:pt x="1066556" y="21717"/>
                      <a:pt x="1066556" y="21717"/>
                      <a:pt x="1066556" y="21717"/>
                    </a:cubicBezTo>
                    <a:cubicBezTo>
                      <a:pt x="1066622" y="46966"/>
                      <a:pt x="1046970" y="65086"/>
                      <a:pt x="1023787" y="65086"/>
                    </a:cubicBezTo>
                    <a:lnTo>
                      <a:pt x="1023787" y="65086"/>
                    </a:lnTo>
                    <a:close/>
                  </a:path>
                </a:pathLst>
              </a:custGeom>
              <a:solidFill>
                <a:srgbClr val="ADD3DB"/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79" name="Freeform 79"/>
            <p:cNvSpPr/>
            <p:nvPr/>
          </p:nvSpPr>
          <p:spPr>
            <a:xfrm>
              <a:off x="6151427" y="4256145"/>
              <a:ext cx="129377" cy="129377"/>
            </a:xfrm>
            <a:custGeom>
              <a:avLst/>
              <a:gdLst/>
              <a:ahLst/>
              <a:cxnLst/>
              <a:rect l="l" t="t" r="r" b="b"/>
              <a:pathLst>
                <a:path w="205050" h="205050">
                  <a:moveTo>
                    <a:pt x="205050" y="102525"/>
                  </a:moveTo>
                  <a:cubicBezTo>
                    <a:pt x="205050" y="159148"/>
                    <a:pt x="159148" y="205051"/>
                    <a:pt x="102525" y="205051"/>
                  </a:cubicBezTo>
                  <a:cubicBezTo>
                    <a:pt x="45902" y="205051"/>
                    <a:pt x="0" y="159148"/>
                    <a:pt x="0" y="102525"/>
                  </a:cubicBezTo>
                  <a:cubicBezTo>
                    <a:pt x="0" y="45902"/>
                    <a:pt x="45902" y="0"/>
                    <a:pt x="102525" y="0"/>
                  </a:cubicBezTo>
                  <a:cubicBezTo>
                    <a:pt x="159148" y="0"/>
                    <a:pt x="205050" y="45902"/>
                    <a:pt x="205050" y="10252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Feature Engineering for Model Enhancement</a:t>
            </a:r>
          </a:p>
        </p:txBody>
      </p:sp>
      <p:sp>
        <p:nvSpPr>
          <p:cNvPr id="3" name="AutoShape 3"/>
          <p:cNvSpPr/>
          <p:nvPr/>
        </p:nvSpPr>
        <p:spPr>
          <a:xfrm>
            <a:off x="1571025" y="1600849"/>
            <a:ext cx="1225296" cy="1097706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r>
              <a:rPr lang="en-US" sz="2800" b="0" i="0" u="none" baseline="0">
                <a:solidFill>
                  <a:srgbClr val="000000"/>
                </a:solidFill>
                <a:latin typeface="Arial"/>
                <a:ea typeface="Arial"/>
              </a:rPr>
              <a:t>O1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378" y="2904304"/>
            <a:ext cx="362307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RUL Labeling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358378" y="3389928"/>
            <a:ext cx="3623072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Calculated remaining useful life for training; provides the model with learning objective data.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98238" y="1600849"/>
            <a:ext cx="1225296" cy="1097706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en-US" sz="2800" b="0" i="0" u="none" baseline="0">
                <a:solidFill>
                  <a:schemeClr val="lt1"/>
                </a:solidFill>
                <a:latin typeface="Arial"/>
                <a:ea typeface="Arial"/>
              </a:rPr>
              <a:t>O2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85591" y="2904304"/>
            <a:ext cx="362307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Temporal Features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285591" y="3389928"/>
            <a:ext cx="3623072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Rolling means, standard deviations to capture degradation trends; enhances model predictive power.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425450" y="1600849"/>
            <a:ext cx="1225296" cy="1097706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r>
              <a:rPr lang="en-US" sz="2800" b="0" i="0" u="none" baseline="0">
                <a:solidFill>
                  <a:srgbClr val="000000"/>
                </a:solidFill>
                <a:latin typeface="Arial"/>
                <a:ea typeface="Arial"/>
              </a:rPr>
              <a:t>O3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12803" y="2904304"/>
            <a:ext cx="362307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Normalization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212803" y="3389928"/>
            <a:ext cx="3623072" cy="102335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Scaled all features to a [0, 1] range to amplify optimization; ensuring optimal model performance.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>
            <a:off x="2796321" y="2149702"/>
            <a:ext cx="2701917" cy="0"/>
          </a:xfrm>
          <a:prstGeom prst="line">
            <a:avLst/>
          </a:prstGeom>
          <a:ln w="6350" cap="flat" cmpd="sng">
            <a:solidFill>
              <a:srgbClr val="000000"/>
            </a:solidFill>
            <a:prstDash val="dash"/>
          </a:ln>
        </p:spPr>
      </p:cxnSp>
      <p:cxnSp>
        <p:nvCxnSpPr>
          <p:cNvPr id="13" name="Connector 13"/>
          <p:cNvCxnSpPr/>
          <p:nvPr/>
        </p:nvCxnSpPr>
        <p:spPr>
          <a:xfrm>
            <a:off x="6723534" y="2149702"/>
            <a:ext cx="2701916" cy="0"/>
          </a:xfrm>
          <a:prstGeom prst="line">
            <a:avLst/>
          </a:prstGeom>
          <a:ln w="6350" cap="flat" cmpd="sng">
            <a:solidFill>
              <a:srgbClr val="000000"/>
            </a:solidFill>
            <a:prstDash val="das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Exploratory Data Analysis: Unveiling Patterns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Objective and Significance of EDA</a:t>
            </a:r>
          </a:p>
        </p:txBody>
      </p:sp>
      <p:sp>
        <p:nvSpPr>
          <p:cNvPr id="3" name="Freeform 3"/>
          <p:cNvSpPr/>
          <p:nvPr/>
        </p:nvSpPr>
        <p:spPr>
          <a:xfrm>
            <a:off x="4158593" y="1491594"/>
            <a:ext cx="3874812" cy="3874812"/>
          </a:xfrm>
          <a:custGeom>
            <a:avLst/>
            <a:gdLst/>
            <a:ahLst/>
            <a:cxnLst/>
            <a:rect l="l" t="t" r="r" b="b"/>
            <a:pathLst>
              <a:path w="19679" h="19679">
                <a:moveTo>
                  <a:pt x="16796" y="2881"/>
                </a:moveTo>
                <a:cubicBezTo>
                  <a:pt x="20638" y="6724"/>
                  <a:pt x="20638" y="12953"/>
                  <a:pt x="16796" y="16796"/>
                </a:cubicBezTo>
                <a:cubicBezTo>
                  <a:pt x="12953" y="20638"/>
                  <a:pt x="6724" y="20638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0" tIns="0" rIns="0" bIns="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399752" y="1732753"/>
            <a:ext cx="3392493" cy="3392493"/>
          </a:xfrm>
          <a:prstGeom prst="ellipse">
            <a:avLst/>
          </a:prstGeom>
          <a:blipFill>
            <a:blip r:embed="rId2"/>
            <a:srcRect/>
            <a:stretch>
              <a:fillRect t="-25000" b="-25000"/>
            </a:stretch>
          </a:blip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12744" y="2610335"/>
            <a:ext cx="3488294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Understanding Data Distribution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12744" y="3128496"/>
            <a:ext cx="3488294" cy="661466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Visualizing the operating ranges of different sensors; offering a preliminary insight into the dataset's characteristics.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14393" y="2610335"/>
            <a:ext cx="3608329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Identifying Failure Patterns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14393" y="3128496"/>
            <a:ext cx="3608329" cy="661466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Insight on correlations with RUL and failure; revealing valuable relationships in the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50528" y="3660386"/>
            <a:ext cx="2481074" cy="380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Degradation Curves</a:t>
            </a:r>
          </a:p>
        </p:txBody>
      </p:sp>
      <p:sp>
        <p:nvSpPr>
          <p:cNvPr id="3" name="AutoShape 3"/>
          <p:cNvSpPr/>
          <p:nvPr/>
        </p:nvSpPr>
        <p:spPr>
          <a:xfrm>
            <a:off x="9050528" y="4298571"/>
            <a:ext cx="2468372" cy="1346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Plotting sensor values and RUL over time; validate degradation trends.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9050528" y="3551932"/>
            <a:ext cx="2344400" cy="0"/>
          </a:xfrm>
          <a:prstGeom prst="straightConnector1">
            <a:avLst/>
          </a:prstGeom>
          <a:ln w="25400">
            <a:solidFill>
              <a:schemeClr val="accent2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9050528" y="2289621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3660386"/>
            <a:ext cx="2481074" cy="380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Sensor Distributions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" y="4298571"/>
            <a:ext cx="2468372" cy="1346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Analyzing the operating ranges of different sensors; improves dataset familiarity.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660400" y="3551932"/>
            <a:ext cx="2344400" cy="0"/>
          </a:xfrm>
          <a:prstGeom prst="straightConnector1">
            <a:avLst/>
          </a:prstGeom>
          <a:ln w="25400">
            <a:solidFill>
              <a:schemeClr val="accent1"/>
            </a:solidFill>
          </a:ln>
        </p:spPr>
      </p:cxnSp>
      <p:sp>
        <p:nvSpPr>
          <p:cNvPr id="9" name="TextBox 9"/>
          <p:cNvSpPr txBox="1"/>
          <p:nvPr/>
        </p:nvSpPr>
        <p:spPr>
          <a:xfrm>
            <a:off x="660400" y="2289621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5028241" y="2780803"/>
            <a:ext cx="3445843" cy="2030152"/>
          </a:xfrm>
          <a:custGeom>
            <a:avLst/>
            <a:gdLst/>
            <a:ahLst/>
            <a:cxnLst/>
            <a:rect l="l" t="t" r="r" b="b"/>
            <a:pathLst>
              <a:path w="4272351" h="2517097">
                <a:moveTo>
                  <a:pt x="4272352" y="2517098"/>
                </a:moveTo>
                <a:lnTo>
                  <a:pt x="0" y="2517098"/>
                </a:lnTo>
                <a:lnTo>
                  <a:pt x="0" y="2136176"/>
                </a:lnTo>
                <a:cubicBezTo>
                  <a:pt x="0" y="956369"/>
                  <a:pt x="956436" y="0"/>
                  <a:pt x="2136176" y="0"/>
                </a:cubicBezTo>
                <a:lnTo>
                  <a:pt x="2136176" y="0"/>
                </a:lnTo>
                <a:cubicBezTo>
                  <a:pt x="3315982" y="0"/>
                  <a:pt x="4272352" y="956436"/>
                  <a:pt x="4272352" y="2136176"/>
                </a:cubicBezTo>
                <a:lnTo>
                  <a:pt x="4272352" y="2517098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6667181" y="3582087"/>
            <a:ext cx="89616" cy="91127"/>
          </a:xfrm>
          <a:custGeom>
            <a:avLst/>
            <a:gdLst/>
            <a:ahLst/>
            <a:cxnLst/>
            <a:rect l="l" t="t" r="r" b="b"/>
            <a:pathLst>
              <a:path w="111110" h="112984">
                <a:moveTo>
                  <a:pt x="107055" y="11392"/>
                </a:moveTo>
                <a:cubicBezTo>
                  <a:pt x="107055" y="11392"/>
                  <a:pt x="134369" y="88602"/>
                  <a:pt x="47232" y="112984"/>
                </a:cubicBezTo>
                <a:lnTo>
                  <a:pt x="0" y="0"/>
                </a:lnTo>
                <a:lnTo>
                  <a:pt x="107055" y="11392"/>
                </a:lnTo>
                <a:close/>
              </a:path>
            </a:pathLst>
          </a:custGeom>
          <a:solidFill>
            <a:srgbClr val="D1383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560279" y="3591275"/>
            <a:ext cx="118207" cy="91449"/>
          </a:xfrm>
          <a:custGeom>
            <a:avLst/>
            <a:gdLst/>
            <a:ahLst/>
            <a:cxnLst/>
            <a:rect l="l" t="t" r="r" b="b"/>
            <a:pathLst>
              <a:path w="146560" h="113383">
                <a:moveTo>
                  <a:pt x="467" y="0"/>
                </a:moveTo>
                <a:cubicBezTo>
                  <a:pt x="467" y="0"/>
                  <a:pt x="-14455" y="89801"/>
                  <a:pt x="124377" y="113384"/>
                </a:cubicBezTo>
                <a:lnTo>
                  <a:pt x="146561" y="13723"/>
                </a:lnTo>
                <a:lnTo>
                  <a:pt x="467" y="0"/>
                </a:lnTo>
                <a:close/>
              </a:path>
            </a:pathLst>
          </a:custGeom>
          <a:solidFill>
            <a:srgbClr val="D1383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5045005" y="2478462"/>
            <a:ext cx="382938" cy="612259"/>
          </a:xfrm>
          <a:custGeom>
            <a:avLst/>
            <a:gdLst/>
            <a:ahLst/>
            <a:cxnLst/>
            <a:rect l="l" t="t" r="r" b="b"/>
            <a:pathLst>
              <a:path w="474787" h="759113">
                <a:moveTo>
                  <a:pt x="431819" y="759113"/>
                </a:moveTo>
                <a:lnTo>
                  <a:pt x="42969" y="759113"/>
                </a:lnTo>
                <a:cubicBezTo>
                  <a:pt x="19253" y="759113"/>
                  <a:pt x="0" y="739860"/>
                  <a:pt x="0" y="716144"/>
                </a:cubicBezTo>
                <a:lnTo>
                  <a:pt x="0" y="42969"/>
                </a:lnTo>
                <a:cubicBezTo>
                  <a:pt x="0" y="19253"/>
                  <a:pt x="19253" y="0"/>
                  <a:pt x="42969" y="0"/>
                </a:cubicBezTo>
                <a:lnTo>
                  <a:pt x="431819" y="0"/>
                </a:lnTo>
                <a:cubicBezTo>
                  <a:pt x="455535" y="0"/>
                  <a:pt x="474787" y="19253"/>
                  <a:pt x="474787" y="42969"/>
                </a:cubicBezTo>
                <a:lnTo>
                  <a:pt x="474787" y="716144"/>
                </a:lnTo>
                <a:cubicBezTo>
                  <a:pt x="474787" y="739860"/>
                  <a:pt x="455535" y="759113"/>
                  <a:pt x="431819" y="75911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044950" y="2478409"/>
            <a:ext cx="360156" cy="148779"/>
          </a:xfrm>
          <a:custGeom>
            <a:avLst/>
            <a:gdLst/>
            <a:ahLst/>
            <a:cxnLst/>
            <a:rect l="l" t="t" r="r" b="b"/>
            <a:pathLst>
              <a:path w="446541" h="184465">
                <a:moveTo>
                  <a:pt x="42969" y="67"/>
                </a:moveTo>
                <a:cubicBezTo>
                  <a:pt x="19253" y="67"/>
                  <a:pt x="0" y="19319"/>
                  <a:pt x="0" y="43035"/>
                </a:cubicBezTo>
                <a:lnTo>
                  <a:pt x="0" y="184466"/>
                </a:lnTo>
                <a:lnTo>
                  <a:pt x="381988" y="184466"/>
                </a:lnTo>
                <a:cubicBezTo>
                  <a:pt x="417629" y="184466"/>
                  <a:pt x="446541" y="155553"/>
                  <a:pt x="446541" y="119913"/>
                </a:cubicBezTo>
                <a:lnTo>
                  <a:pt x="446541" y="8127"/>
                </a:lnTo>
                <a:cubicBezTo>
                  <a:pt x="446541" y="6196"/>
                  <a:pt x="446341" y="4330"/>
                  <a:pt x="446075" y="2465"/>
                </a:cubicBezTo>
                <a:cubicBezTo>
                  <a:pt x="441611" y="933"/>
                  <a:pt x="436881" y="0"/>
                  <a:pt x="431885" y="0"/>
                </a:cubicBezTo>
                <a:lnTo>
                  <a:pt x="42969" y="0"/>
                </a:lnTo>
                <a:close/>
              </a:path>
            </a:pathLst>
          </a:custGeom>
          <a:solidFill>
            <a:srgbClr val="3C914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4287825" y="3753745"/>
            <a:ext cx="138750" cy="545759"/>
          </a:xfrm>
          <a:custGeom>
            <a:avLst/>
            <a:gdLst/>
            <a:ahLst/>
            <a:cxnLst/>
            <a:rect l="l" t="t" r="r" b="b"/>
            <a:pathLst>
              <a:path w="172031" h="676664">
                <a:moveTo>
                  <a:pt x="159296" y="669191"/>
                </a:moveTo>
                <a:lnTo>
                  <a:pt x="107467" y="676519"/>
                </a:lnTo>
                <a:cubicBezTo>
                  <a:pt x="99407" y="677651"/>
                  <a:pt x="91879" y="672056"/>
                  <a:pt x="90746" y="663928"/>
                </a:cubicBezTo>
                <a:lnTo>
                  <a:pt x="146" y="24195"/>
                </a:lnTo>
                <a:cubicBezTo>
                  <a:pt x="-987" y="16134"/>
                  <a:pt x="4609" y="8606"/>
                  <a:pt x="12736" y="7473"/>
                </a:cubicBezTo>
                <a:lnTo>
                  <a:pt x="64565" y="146"/>
                </a:lnTo>
                <a:cubicBezTo>
                  <a:pt x="72626" y="-987"/>
                  <a:pt x="80154" y="4609"/>
                  <a:pt x="81286" y="12736"/>
                </a:cubicBezTo>
                <a:lnTo>
                  <a:pt x="171887" y="652470"/>
                </a:lnTo>
                <a:cubicBezTo>
                  <a:pt x="173020" y="660597"/>
                  <a:pt x="167357" y="668058"/>
                  <a:pt x="159296" y="669191"/>
                </a:cubicBezTo>
                <a:close/>
              </a:path>
            </a:pathLst>
          </a:custGeom>
          <a:solidFill>
            <a:srgbClr val="FFCE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4398763" y="3830941"/>
            <a:ext cx="199767" cy="462314"/>
          </a:xfrm>
          <a:custGeom>
            <a:avLst/>
            <a:gdLst/>
            <a:ahLst/>
            <a:cxnLst/>
            <a:rect l="l" t="t" r="r" b="b"/>
            <a:pathLst>
              <a:path w="247683" h="573204">
                <a:moveTo>
                  <a:pt x="60188" y="572481"/>
                </a:moveTo>
                <a:lnTo>
                  <a:pt x="10291" y="556560"/>
                </a:lnTo>
                <a:cubicBezTo>
                  <a:pt x="2497" y="554095"/>
                  <a:pt x="-1767" y="545768"/>
                  <a:pt x="698" y="537973"/>
                </a:cubicBezTo>
                <a:lnTo>
                  <a:pt x="168909" y="10291"/>
                </a:lnTo>
                <a:cubicBezTo>
                  <a:pt x="171374" y="2497"/>
                  <a:pt x="179701" y="-1767"/>
                  <a:pt x="187495" y="698"/>
                </a:cubicBezTo>
                <a:lnTo>
                  <a:pt x="237392" y="16620"/>
                </a:lnTo>
                <a:cubicBezTo>
                  <a:pt x="245187" y="19085"/>
                  <a:pt x="249450" y="27412"/>
                  <a:pt x="246985" y="35206"/>
                </a:cubicBezTo>
                <a:lnTo>
                  <a:pt x="78775" y="562888"/>
                </a:lnTo>
                <a:cubicBezTo>
                  <a:pt x="76310" y="570683"/>
                  <a:pt x="67983" y="575013"/>
                  <a:pt x="60188" y="572481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6794363" y="2403992"/>
            <a:ext cx="1583060" cy="1440138"/>
          </a:xfrm>
          <a:custGeom>
            <a:avLst/>
            <a:gdLst/>
            <a:ahLst/>
            <a:cxnLst/>
            <a:rect l="l" t="t" r="r" b="b"/>
            <a:pathLst>
              <a:path w="1962768" h="1785564">
                <a:moveTo>
                  <a:pt x="1916469" y="1785565"/>
                </a:moveTo>
                <a:lnTo>
                  <a:pt x="46300" y="1785565"/>
                </a:lnTo>
                <a:cubicBezTo>
                  <a:pt x="20718" y="1785565"/>
                  <a:pt x="0" y="1764846"/>
                  <a:pt x="0" y="1739265"/>
                </a:cubicBezTo>
                <a:lnTo>
                  <a:pt x="0" y="46300"/>
                </a:lnTo>
                <a:cubicBezTo>
                  <a:pt x="0" y="20718"/>
                  <a:pt x="20718" y="0"/>
                  <a:pt x="46300" y="0"/>
                </a:cubicBezTo>
                <a:lnTo>
                  <a:pt x="1916469" y="0"/>
                </a:lnTo>
                <a:cubicBezTo>
                  <a:pt x="1942051" y="0"/>
                  <a:pt x="1962769" y="20718"/>
                  <a:pt x="1962769" y="46300"/>
                </a:cubicBezTo>
                <a:lnTo>
                  <a:pt x="1962769" y="1739265"/>
                </a:lnTo>
                <a:cubicBezTo>
                  <a:pt x="1962769" y="1764846"/>
                  <a:pt x="1942051" y="1785565"/>
                  <a:pt x="1916469" y="178556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3736291" y="4576692"/>
            <a:ext cx="1184703" cy="191172"/>
          </a:xfrm>
          <a:custGeom>
            <a:avLst/>
            <a:gdLst/>
            <a:ahLst/>
            <a:cxnLst/>
            <a:rect l="l" t="t" r="r" b="b"/>
            <a:pathLst>
              <a:path w="1468862" h="237026">
                <a:moveTo>
                  <a:pt x="1468862" y="237027"/>
                </a:moveTo>
                <a:lnTo>
                  <a:pt x="118514" y="237027"/>
                </a:lnTo>
                <a:cubicBezTo>
                  <a:pt x="53028" y="237027"/>
                  <a:pt x="0" y="183932"/>
                  <a:pt x="0" y="118513"/>
                </a:cubicBezTo>
                <a:lnTo>
                  <a:pt x="0" y="118513"/>
                </a:lnTo>
                <a:cubicBezTo>
                  <a:pt x="0" y="53028"/>
                  <a:pt x="53095" y="0"/>
                  <a:pt x="118514" y="0"/>
                </a:cubicBezTo>
                <a:lnTo>
                  <a:pt x="1468862" y="0"/>
                </a:lnTo>
                <a:lnTo>
                  <a:pt x="1468862" y="237027"/>
                </a:lnTo>
                <a:close/>
              </a:path>
            </a:pathLst>
          </a:custGeom>
          <a:solidFill>
            <a:srgbClr val="30355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4153616" y="4588030"/>
            <a:ext cx="758997" cy="168499"/>
          </a:xfrm>
          <a:custGeom>
            <a:avLst/>
            <a:gdLst/>
            <a:ahLst/>
            <a:cxnLst/>
            <a:rect l="l" t="t" r="r" b="b"/>
            <a:pathLst>
              <a:path w="941047" h="208914">
                <a:moveTo>
                  <a:pt x="941047" y="208914"/>
                </a:moveTo>
                <a:lnTo>
                  <a:pt x="104457" y="208914"/>
                </a:lnTo>
                <a:cubicBezTo>
                  <a:pt x="46766" y="208914"/>
                  <a:pt x="0" y="162148"/>
                  <a:pt x="0" y="104457"/>
                </a:cubicBezTo>
                <a:lnTo>
                  <a:pt x="0" y="104457"/>
                </a:lnTo>
                <a:cubicBezTo>
                  <a:pt x="0" y="46766"/>
                  <a:pt x="46766" y="0"/>
                  <a:pt x="104457" y="0"/>
                </a:cubicBezTo>
                <a:lnTo>
                  <a:pt x="941047" y="0"/>
                </a:lnTo>
                <a:lnTo>
                  <a:pt x="941047" y="208914"/>
                </a:ln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4020526" y="4385518"/>
            <a:ext cx="1023511" cy="191174"/>
          </a:xfrm>
          <a:custGeom>
            <a:avLst/>
            <a:gdLst/>
            <a:ahLst/>
            <a:cxnLst/>
            <a:rect l="l" t="t" r="r" b="b"/>
            <a:pathLst>
              <a:path w="1269007" h="237027">
                <a:moveTo>
                  <a:pt x="1269008" y="237027"/>
                </a:moveTo>
                <a:lnTo>
                  <a:pt x="118514" y="237027"/>
                </a:lnTo>
                <a:cubicBezTo>
                  <a:pt x="53028" y="237027"/>
                  <a:pt x="0" y="183932"/>
                  <a:pt x="0" y="118513"/>
                </a:cubicBezTo>
                <a:lnTo>
                  <a:pt x="0" y="118513"/>
                </a:lnTo>
                <a:cubicBezTo>
                  <a:pt x="0" y="53028"/>
                  <a:pt x="53095" y="0"/>
                  <a:pt x="118514" y="0"/>
                </a:cubicBezTo>
                <a:lnTo>
                  <a:pt x="1269008" y="0"/>
                </a:lnTo>
                <a:lnTo>
                  <a:pt x="1269008" y="237027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4437850" y="4396855"/>
            <a:ext cx="597804" cy="168499"/>
          </a:xfrm>
          <a:custGeom>
            <a:avLst/>
            <a:gdLst/>
            <a:ahLst/>
            <a:cxnLst/>
            <a:rect l="l" t="t" r="r" b="b"/>
            <a:pathLst>
              <a:path w="741192" h="208914">
                <a:moveTo>
                  <a:pt x="741193" y="208914"/>
                </a:moveTo>
                <a:lnTo>
                  <a:pt x="104457" y="208914"/>
                </a:lnTo>
                <a:cubicBezTo>
                  <a:pt x="46766" y="208914"/>
                  <a:pt x="0" y="162149"/>
                  <a:pt x="0" y="104457"/>
                </a:cubicBezTo>
                <a:lnTo>
                  <a:pt x="0" y="104457"/>
                </a:lnTo>
                <a:cubicBezTo>
                  <a:pt x="0" y="46766"/>
                  <a:pt x="46766" y="0"/>
                  <a:pt x="104457" y="0"/>
                </a:cubicBezTo>
                <a:lnTo>
                  <a:pt x="741193" y="0"/>
                </a:lnTo>
                <a:lnTo>
                  <a:pt x="741193" y="208914"/>
                </a:ln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5850364" y="2708053"/>
            <a:ext cx="599954" cy="617420"/>
          </a:xfrm>
          <a:custGeom>
            <a:avLst/>
            <a:gdLst/>
            <a:ahLst/>
            <a:cxnLst/>
            <a:rect l="l" t="t" r="r" b="b"/>
            <a:pathLst>
              <a:path w="743857" h="765511">
                <a:moveTo>
                  <a:pt x="343291" y="0"/>
                </a:moveTo>
                <a:cubicBezTo>
                  <a:pt x="343291" y="0"/>
                  <a:pt x="26189" y="128040"/>
                  <a:pt x="147367" y="368798"/>
                </a:cubicBezTo>
                <a:cubicBezTo>
                  <a:pt x="147367" y="368798"/>
                  <a:pt x="-103183" y="491575"/>
                  <a:pt x="49106" y="676640"/>
                </a:cubicBezTo>
                <a:cubicBezTo>
                  <a:pt x="201394" y="861638"/>
                  <a:pt x="581784" y="721207"/>
                  <a:pt x="682777" y="586572"/>
                </a:cubicBezTo>
                <a:cubicBezTo>
                  <a:pt x="751527" y="494906"/>
                  <a:pt x="810484" y="226368"/>
                  <a:pt x="576321" y="154288"/>
                </a:cubicBezTo>
                <a:cubicBezTo>
                  <a:pt x="342225" y="82207"/>
                  <a:pt x="343291" y="0"/>
                  <a:pt x="343291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3612154" y="4768241"/>
            <a:ext cx="4967693" cy="70118"/>
          </a:xfrm>
          <a:custGeom>
            <a:avLst/>
            <a:gdLst/>
            <a:ahLst/>
            <a:cxnLst/>
            <a:rect l="l" t="t" r="r" b="b"/>
            <a:pathLst>
              <a:path w="7120408" h="105922">
                <a:moveTo>
                  <a:pt x="0" y="0"/>
                </a:moveTo>
                <a:lnTo>
                  <a:pt x="7120408" y="0"/>
                </a:lnTo>
                <a:lnTo>
                  <a:pt x="7120408" y="105923"/>
                </a:lnTo>
                <a:lnTo>
                  <a:pt x="0" y="105923"/>
                </a:lnTo>
                <a:close/>
              </a:path>
            </a:pathLst>
          </a:custGeom>
          <a:solidFill>
            <a:srgbClr val="30355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4882720" y="3992910"/>
            <a:ext cx="1539291" cy="738020"/>
          </a:xfrm>
          <a:custGeom>
            <a:avLst/>
            <a:gdLst/>
            <a:ahLst/>
            <a:cxnLst/>
            <a:rect l="l" t="t" r="r" b="b"/>
            <a:pathLst>
              <a:path w="1908499" h="915038">
                <a:moveTo>
                  <a:pt x="1113213" y="0"/>
                </a:moveTo>
                <a:cubicBezTo>
                  <a:pt x="1113213" y="0"/>
                  <a:pt x="321457" y="130038"/>
                  <a:pt x="75369" y="390182"/>
                </a:cubicBezTo>
                <a:cubicBezTo>
                  <a:pt x="-95839" y="572516"/>
                  <a:pt x="-149333" y="1017858"/>
                  <a:pt x="1908500" y="893415"/>
                </a:cubicBezTo>
                <a:cubicBezTo>
                  <a:pt x="1901371" y="537208"/>
                  <a:pt x="1901371" y="537208"/>
                  <a:pt x="1901371" y="537208"/>
                </a:cubicBezTo>
                <a:cubicBezTo>
                  <a:pt x="1229128" y="282727"/>
                  <a:pt x="1229128" y="282727"/>
                  <a:pt x="1229128" y="282727"/>
                </a:cubicBezTo>
                <a:cubicBezTo>
                  <a:pt x="1113213" y="0"/>
                  <a:pt x="1113213" y="0"/>
                  <a:pt x="1113213" y="0"/>
                </a:cubicBezTo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4700108" y="4516567"/>
            <a:ext cx="552349" cy="251297"/>
          </a:xfrm>
          <a:custGeom>
            <a:avLst/>
            <a:gdLst/>
            <a:ahLst/>
            <a:cxnLst/>
            <a:rect l="l" t="t" r="r" b="b"/>
            <a:pathLst>
              <a:path w="684834" h="311572">
                <a:moveTo>
                  <a:pt x="684834" y="311573"/>
                </a:moveTo>
                <a:cubicBezTo>
                  <a:pt x="156952" y="311573"/>
                  <a:pt x="156952" y="311573"/>
                  <a:pt x="156952" y="311573"/>
                </a:cubicBezTo>
                <a:cubicBezTo>
                  <a:pt x="71348" y="311573"/>
                  <a:pt x="0" y="242157"/>
                  <a:pt x="0" y="156685"/>
                </a:cubicBezTo>
                <a:cubicBezTo>
                  <a:pt x="0" y="69416"/>
                  <a:pt x="71348" y="0"/>
                  <a:pt x="156952" y="0"/>
                </a:cubicBezTo>
                <a:cubicBezTo>
                  <a:pt x="684834" y="0"/>
                  <a:pt x="684834" y="0"/>
                  <a:pt x="684834" y="0"/>
                </a:cubicBezTo>
                <a:cubicBezTo>
                  <a:pt x="684834" y="311573"/>
                  <a:pt x="684834" y="311573"/>
                  <a:pt x="684834" y="311573"/>
                </a:cubicBezTo>
              </a:path>
            </a:pathLst>
          </a:custGeom>
          <a:solidFill>
            <a:srgbClr val="443789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4823044" y="4566268"/>
            <a:ext cx="429414" cy="153238"/>
          </a:xfrm>
          <a:custGeom>
            <a:avLst/>
            <a:gdLst/>
            <a:ahLst/>
            <a:cxnLst/>
            <a:rect l="l" t="t" r="r" b="b"/>
            <a:pathLst>
              <a:path w="532411" h="189994">
                <a:moveTo>
                  <a:pt x="532412" y="189995"/>
                </a:moveTo>
                <a:cubicBezTo>
                  <a:pt x="94398" y="189995"/>
                  <a:pt x="94398" y="189995"/>
                  <a:pt x="94398" y="189995"/>
                </a:cubicBezTo>
                <a:cubicBezTo>
                  <a:pt x="42769" y="189995"/>
                  <a:pt x="0" y="146959"/>
                  <a:pt x="0" y="94997"/>
                </a:cubicBezTo>
                <a:cubicBezTo>
                  <a:pt x="0" y="41237"/>
                  <a:pt x="42769" y="0"/>
                  <a:pt x="94398" y="0"/>
                </a:cubicBezTo>
                <a:cubicBezTo>
                  <a:pt x="532412" y="0"/>
                  <a:pt x="532412" y="0"/>
                  <a:pt x="532412" y="0"/>
                </a:cubicBezTo>
                <a:cubicBezTo>
                  <a:pt x="532412" y="189995"/>
                  <a:pt x="532412" y="189995"/>
                  <a:pt x="532412" y="189995"/>
                </a:cubicBezTo>
              </a:path>
            </a:pathLst>
          </a:custGeom>
          <a:solidFill>
            <a:srgbClr val="22211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4723643" y="4517912"/>
            <a:ext cx="528868" cy="249954"/>
          </a:xfrm>
          <a:custGeom>
            <a:avLst/>
            <a:gdLst/>
            <a:ahLst/>
            <a:cxnLst/>
            <a:rect l="l" t="t" r="r" b="b"/>
            <a:pathLst>
              <a:path w="655721" h="309907">
                <a:moveTo>
                  <a:pt x="655655" y="0"/>
                </a:moveTo>
                <a:lnTo>
                  <a:pt x="655655" y="0"/>
                </a:lnTo>
                <a:cubicBezTo>
                  <a:pt x="493507" y="60556"/>
                  <a:pt x="493507" y="60556"/>
                  <a:pt x="493507" y="60556"/>
                </a:cubicBezTo>
                <a:cubicBezTo>
                  <a:pt x="655655" y="60556"/>
                  <a:pt x="655655" y="60556"/>
                  <a:pt x="655655" y="60556"/>
                </a:cubicBezTo>
                <a:cubicBezTo>
                  <a:pt x="655655" y="249351"/>
                  <a:pt x="655655" y="249351"/>
                  <a:pt x="655655" y="249351"/>
                </a:cubicBezTo>
                <a:cubicBezTo>
                  <a:pt x="217375" y="249351"/>
                  <a:pt x="217375" y="249351"/>
                  <a:pt x="217375" y="249351"/>
                </a:cubicBezTo>
                <a:cubicBezTo>
                  <a:pt x="179936" y="249351"/>
                  <a:pt x="146093" y="226235"/>
                  <a:pt x="131837" y="194125"/>
                </a:cubicBezTo>
                <a:cubicBezTo>
                  <a:pt x="0" y="242223"/>
                  <a:pt x="0" y="242223"/>
                  <a:pt x="0" y="242223"/>
                </a:cubicBezTo>
                <a:cubicBezTo>
                  <a:pt x="28513" y="283193"/>
                  <a:pt x="74812" y="309907"/>
                  <a:pt x="128307" y="309907"/>
                </a:cubicBezTo>
                <a:cubicBezTo>
                  <a:pt x="655722" y="309907"/>
                  <a:pt x="655722" y="309907"/>
                  <a:pt x="655722" y="309907"/>
                </a:cubicBezTo>
                <a:cubicBezTo>
                  <a:pt x="655655" y="0"/>
                  <a:pt x="655655" y="0"/>
                  <a:pt x="655655" y="0"/>
                </a:cubicBezTo>
              </a:path>
            </a:pathLst>
          </a:custGeom>
          <a:solidFill>
            <a:srgbClr val="2B225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4829921" y="4566268"/>
            <a:ext cx="422537" cy="153238"/>
          </a:xfrm>
          <a:custGeom>
            <a:avLst/>
            <a:gdLst/>
            <a:ahLst/>
            <a:cxnLst/>
            <a:rect l="l" t="t" r="r" b="b"/>
            <a:pathLst>
              <a:path w="523884" h="189994">
                <a:moveTo>
                  <a:pt x="523885" y="0"/>
                </a:moveTo>
                <a:cubicBezTo>
                  <a:pt x="361736" y="0"/>
                  <a:pt x="361736" y="0"/>
                  <a:pt x="361736" y="0"/>
                </a:cubicBezTo>
                <a:cubicBezTo>
                  <a:pt x="0" y="134435"/>
                  <a:pt x="0" y="134435"/>
                  <a:pt x="0" y="134435"/>
                </a:cubicBezTo>
                <a:cubicBezTo>
                  <a:pt x="14256" y="166678"/>
                  <a:pt x="48098" y="189995"/>
                  <a:pt x="85538" y="189995"/>
                </a:cubicBezTo>
                <a:cubicBezTo>
                  <a:pt x="523885" y="189995"/>
                  <a:pt x="523885" y="189995"/>
                  <a:pt x="523885" y="189995"/>
                </a:cubicBezTo>
                <a:cubicBezTo>
                  <a:pt x="523885" y="0"/>
                  <a:pt x="523885" y="0"/>
                  <a:pt x="523885" y="0"/>
                </a:cubicBezTo>
              </a:path>
            </a:pathLst>
          </a:custGeom>
          <a:solidFill>
            <a:srgbClr val="15141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4929378" y="4593885"/>
            <a:ext cx="11069" cy="96661"/>
          </a:xfrm>
          <a:custGeom>
            <a:avLst/>
            <a:gdLst/>
            <a:ahLst/>
            <a:cxnLst/>
            <a:rect l="l" t="t" r="r" b="b"/>
            <a:pathLst>
              <a:path w="13723" h="119845">
                <a:moveTo>
                  <a:pt x="0" y="0"/>
                </a:moveTo>
                <a:lnTo>
                  <a:pt x="13723" y="0"/>
                </a:lnTo>
                <a:lnTo>
                  <a:pt x="13723" y="119846"/>
                </a:lnTo>
                <a:lnTo>
                  <a:pt x="0" y="119846"/>
                </a:lnTo>
                <a:lnTo>
                  <a:pt x="0" y="0"/>
                </a:lnTo>
                <a:close/>
              </a:path>
            </a:pathLst>
          </a:custGeom>
          <a:solidFill>
            <a:srgbClr val="D2BDB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5001160" y="4593885"/>
            <a:ext cx="11069" cy="96661"/>
          </a:xfrm>
          <a:custGeom>
            <a:avLst/>
            <a:gdLst/>
            <a:ahLst/>
            <a:cxnLst/>
            <a:rect l="l" t="t" r="r" b="b"/>
            <a:pathLst>
              <a:path w="13723" h="119845">
                <a:moveTo>
                  <a:pt x="0" y="0"/>
                </a:moveTo>
                <a:lnTo>
                  <a:pt x="13724" y="0"/>
                </a:lnTo>
                <a:lnTo>
                  <a:pt x="13724" y="119846"/>
                </a:lnTo>
                <a:lnTo>
                  <a:pt x="0" y="119846"/>
                </a:lnTo>
                <a:lnTo>
                  <a:pt x="0" y="0"/>
                </a:lnTo>
                <a:close/>
              </a:path>
            </a:pathLst>
          </a:custGeom>
          <a:solidFill>
            <a:srgbClr val="D2BDB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5072999" y="4593885"/>
            <a:ext cx="12411" cy="96661"/>
          </a:xfrm>
          <a:custGeom>
            <a:avLst/>
            <a:gdLst/>
            <a:ahLst/>
            <a:cxnLst/>
            <a:rect l="l" t="t" r="r" b="b"/>
            <a:pathLst>
              <a:path w="15388" h="119845">
                <a:moveTo>
                  <a:pt x="0" y="0"/>
                </a:moveTo>
                <a:lnTo>
                  <a:pt x="15389" y="0"/>
                </a:lnTo>
                <a:lnTo>
                  <a:pt x="15389" y="119846"/>
                </a:lnTo>
                <a:lnTo>
                  <a:pt x="0" y="119846"/>
                </a:lnTo>
                <a:lnTo>
                  <a:pt x="0" y="0"/>
                </a:lnTo>
                <a:close/>
              </a:path>
            </a:pathLst>
          </a:custGeom>
          <a:solidFill>
            <a:srgbClr val="D2BDB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7160696" y="4490293"/>
            <a:ext cx="584049" cy="251297"/>
          </a:xfrm>
          <a:custGeom>
            <a:avLst/>
            <a:gdLst/>
            <a:ahLst/>
            <a:cxnLst/>
            <a:rect l="l" t="t" r="r" b="b"/>
            <a:pathLst>
              <a:path w="724138" h="311572">
                <a:moveTo>
                  <a:pt x="0" y="0"/>
                </a:moveTo>
                <a:cubicBezTo>
                  <a:pt x="567586" y="0"/>
                  <a:pt x="567586" y="0"/>
                  <a:pt x="567586" y="0"/>
                </a:cubicBezTo>
                <a:cubicBezTo>
                  <a:pt x="652991" y="0"/>
                  <a:pt x="724139" y="69416"/>
                  <a:pt x="724139" y="156685"/>
                </a:cubicBezTo>
                <a:cubicBezTo>
                  <a:pt x="724139" y="242157"/>
                  <a:pt x="652991" y="311573"/>
                  <a:pt x="567586" y="311573"/>
                </a:cubicBezTo>
                <a:cubicBezTo>
                  <a:pt x="0" y="311573"/>
                  <a:pt x="0" y="311573"/>
                  <a:pt x="0" y="311573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7160696" y="4490293"/>
            <a:ext cx="550952" cy="251297"/>
          </a:xfrm>
          <a:custGeom>
            <a:avLst/>
            <a:gdLst/>
            <a:ahLst/>
            <a:cxnLst/>
            <a:rect l="l" t="t" r="r" b="b"/>
            <a:pathLst>
              <a:path w="683101" h="311572">
                <a:moveTo>
                  <a:pt x="0" y="0"/>
                </a:moveTo>
                <a:cubicBezTo>
                  <a:pt x="526549" y="0"/>
                  <a:pt x="526549" y="0"/>
                  <a:pt x="526549" y="0"/>
                </a:cubicBezTo>
                <a:cubicBezTo>
                  <a:pt x="613686" y="0"/>
                  <a:pt x="683102" y="69416"/>
                  <a:pt x="683102" y="156685"/>
                </a:cubicBezTo>
                <a:cubicBezTo>
                  <a:pt x="683102" y="242157"/>
                  <a:pt x="613753" y="311573"/>
                  <a:pt x="526549" y="311573"/>
                </a:cubicBezTo>
                <a:cubicBezTo>
                  <a:pt x="0" y="311573"/>
                  <a:pt x="0" y="311573"/>
                  <a:pt x="0" y="311573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43789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7159353" y="4689150"/>
            <a:ext cx="555035" cy="53838"/>
          </a:xfrm>
          <a:custGeom>
            <a:avLst/>
            <a:gdLst/>
            <a:ahLst/>
            <a:cxnLst/>
            <a:rect l="l" t="t" r="r" b="b"/>
            <a:pathLst>
              <a:path w="688164" h="66751">
                <a:moveTo>
                  <a:pt x="688165" y="10525"/>
                </a:moveTo>
                <a:cubicBezTo>
                  <a:pt x="677506" y="24582"/>
                  <a:pt x="663250" y="35107"/>
                  <a:pt x="649060" y="43901"/>
                </a:cubicBezTo>
                <a:lnTo>
                  <a:pt x="649060" y="43901"/>
                </a:lnTo>
                <a:cubicBezTo>
                  <a:pt x="665049" y="35107"/>
                  <a:pt x="677506" y="24582"/>
                  <a:pt x="688165" y="10525"/>
                </a:cubicBezTo>
                <a:lnTo>
                  <a:pt x="688165" y="10525"/>
                </a:lnTo>
                <a:moveTo>
                  <a:pt x="1732" y="0"/>
                </a:moveTo>
                <a:lnTo>
                  <a:pt x="0" y="0"/>
                </a:lnTo>
                <a:cubicBezTo>
                  <a:pt x="0" y="66751"/>
                  <a:pt x="0" y="66751"/>
                  <a:pt x="0" y="66751"/>
                </a:cubicBezTo>
                <a:cubicBezTo>
                  <a:pt x="380589" y="66751"/>
                  <a:pt x="380589" y="66751"/>
                  <a:pt x="380589" y="66751"/>
                </a:cubicBezTo>
                <a:cubicBezTo>
                  <a:pt x="380589" y="66751"/>
                  <a:pt x="380589" y="66751"/>
                  <a:pt x="382388" y="65019"/>
                </a:cubicBezTo>
                <a:cubicBezTo>
                  <a:pt x="1799" y="65019"/>
                  <a:pt x="1799" y="65019"/>
                  <a:pt x="1799" y="65019"/>
                </a:cubicBezTo>
                <a:cubicBezTo>
                  <a:pt x="1732" y="0"/>
                  <a:pt x="1732" y="0"/>
                  <a:pt x="1732" y="0"/>
                </a:cubicBezTo>
              </a:path>
            </a:pathLst>
          </a:custGeom>
          <a:solidFill>
            <a:srgbClr val="923A2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pic>
        <p:nvPicPr>
          <p:cNvPr id="35" name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819" y="4667056"/>
            <a:ext cx="8285" cy="27617"/>
          </a:xfrm>
          <a:custGeom>
            <a:avLst/>
            <a:gdLst/>
            <a:ahLst/>
            <a:cxnLst/>
            <a:rect l="0" t="0" r="0" b="0"/>
            <a:pathLst>
              <a:path w="10272" h="34241">
                <a:moveTo>
                  <a:pt x="754" y="552"/>
                </a:moveTo>
                <a:lnTo>
                  <a:pt x="11027" y="552"/>
                </a:lnTo>
                <a:lnTo>
                  <a:pt x="11027" y="34794"/>
                </a:lnTo>
                <a:lnTo>
                  <a:pt x="754" y="34794"/>
                </a:lnTo>
                <a:close/>
              </a:path>
            </a:pathLst>
          </a:custGeom>
        </p:spPr>
      </p:pic>
      <p:sp>
        <p:nvSpPr>
          <p:cNvPr id="36" name="Freeform 36"/>
          <p:cNvSpPr/>
          <p:nvPr/>
        </p:nvSpPr>
        <p:spPr>
          <a:xfrm>
            <a:off x="7114705" y="4551063"/>
            <a:ext cx="528815" cy="190582"/>
          </a:xfrm>
          <a:custGeom>
            <a:avLst/>
            <a:gdLst/>
            <a:ahLst/>
            <a:cxnLst/>
            <a:rect l="l" t="t" r="r" b="b"/>
            <a:pathLst>
              <a:path w="655655" h="236294">
                <a:moveTo>
                  <a:pt x="197256" y="0"/>
                </a:moveTo>
                <a:cubicBezTo>
                  <a:pt x="138632" y="60423"/>
                  <a:pt x="67551" y="110119"/>
                  <a:pt x="0" y="149224"/>
                </a:cubicBezTo>
                <a:cubicBezTo>
                  <a:pt x="0" y="236294"/>
                  <a:pt x="0" y="236294"/>
                  <a:pt x="0" y="236294"/>
                </a:cubicBezTo>
                <a:cubicBezTo>
                  <a:pt x="525950" y="236294"/>
                  <a:pt x="525950" y="236294"/>
                  <a:pt x="525950" y="236294"/>
                </a:cubicBezTo>
                <a:cubicBezTo>
                  <a:pt x="579244" y="236294"/>
                  <a:pt x="627210" y="209647"/>
                  <a:pt x="655655" y="168810"/>
                </a:cubicBezTo>
                <a:cubicBezTo>
                  <a:pt x="197256" y="0"/>
                  <a:pt x="197256" y="0"/>
                  <a:pt x="197256" y="0"/>
                </a:cubicBezTo>
              </a:path>
            </a:pathLst>
          </a:custGeom>
          <a:solidFill>
            <a:srgbClr val="2B225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7117443" y="4540048"/>
            <a:ext cx="429414" cy="153238"/>
          </a:xfrm>
          <a:custGeom>
            <a:avLst/>
            <a:gdLst/>
            <a:ahLst/>
            <a:cxnLst/>
            <a:rect l="l" t="t" r="r" b="b"/>
            <a:pathLst>
              <a:path w="532411" h="189994">
                <a:moveTo>
                  <a:pt x="0" y="0"/>
                </a:moveTo>
                <a:cubicBezTo>
                  <a:pt x="438347" y="0"/>
                  <a:pt x="438347" y="0"/>
                  <a:pt x="438347" y="0"/>
                </a:cubicBezTo>
                <a:cubicBezTo>
                  <a:pt x="489843" y="0"/>
                  <a:pt x="532412" y="41237"/>
                  <a:pt x="532412" y="94997"/>
                </a:cubicBezTo>
                <a:cubicBezTo>
                  <a:pt x="532412" y="146959"/>
                  <a:pt x="489843" y="189995"/>
                  <a:pt x="438347" y="189995"/>
                </a:cubicBezTo>
                <a:cubicBezTo>
                  <a:pt x="0" y="189995"/>
                  <a:pt x="0" y="189995"/>
                  <a:pt x="0" y="189995"/>
                </a:cubicBez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2211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6982150" y="4504101"/>
            <a:ext cx="149102" cy="236146"/>
          </a:xfrm>
          <a:custGeom>
            <a:avLst/>
            <a:gdLst/>
            <a:ahLst/>
            <a:cxnLst/>
            <a:rect l="l" t="t" r="r" b="b"/>
            <a:pathLst>
              <a:path w="184865" h="292786">
                <a:moveTo>
                  <a:pt x="0" y="0"/>
                </a:moveTo>
                <a:lnTo>
                  <a:pt x="184865" y="0"/>
                </a:lnTo>
                <a:lnTo>
                  <a:pt x="184865" y="292786"/>
                </a:lnTo>
                <a:lnTo>
                  <a:pt x="0" y="292786"/>
                </a:lnTo>
                <a:lnTo>
                  <a:pt x="0" y="0"/>
                </a:ln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5617040" y="3132416"/>
            <a:ext cx="1073278" cy="1291411"/>
          </a:xfrm>
          <a:custGeom>
            <a:avLst/>
            <a:gdLst/>
            <a:ahLst/>
            <a:cxnLst/>
            <a:rect l="l" t="t" r="r" b="b"/>
            <a:pathLst>
              <a:path w="1330711" h="1601165">
                <a:moveTo>
                  <a:pt x="665356" y="1601166"/>
                </a:moveTo>
                <a:lnTo>
                  <a:pt x="665356" y="1601166"/>
                </a:lnTo>
                <a:cubicBezTo>
                  <a:pt x="222878" y="1601166"/>
                  <a:pt x="-96489" y="1205854"/>
                  <a:pt x="26622" y="810542"/>
                </a:cubicBezTo>
                <a:cubicBezTo>
                  <a:pt x="172915" y="343816"/>
                  <a:pt x="172915" y="343816"/>
                  <a:pt x="172915" y="343816"/>
                </a:cubicBezTo>
                <a:cubicBezTo>
                  <a:pt x="237135" y="141164"/>
                  <a:pt x="436989" y="0"/>
                  <a:pt x="665356" y="0"/>
                </a:cubicBezTo>
                <a:cubicBezTo>
                  <a:pt x="893723" y="0"/>
                  <a:pt x="1095309" y="141164"/>
                  <a:pt x="1157797" y="343816"/>
                </a:cubicBezTo>
                <a:cubicBezTo>
                  <a:pt x="1304090" y="810542"/>
                  <a:pt x="1304090" y="810542"/>
                  <a:pt x="1304090" y="810542"/>
                </a:cubicBezTo>
                <a:cubicBezTo>
                  <a:pt x="1427200" y="1205854"/>
                  <a:pt x="1107833" y="1601166"/>
                  <a:pt x="665356" y="1601166"/>
                </a:cubicBezTo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5152627" y="4526240"/>
            <a:ext cx="150498" cy="236091"/>
          </a:xfrm>
          <a:custGeom>
            <a:avLst/>
            <a:gdLst/>
            <a:ahLst/>
            <a:cxnLst/>
            <a:rect l="l" t="t" r="r" b="b"/>
            <a:pathLst>
              <a:path w="186597" h="292719">
                <a:moveTo>
                  <a:pt x="0" y="0"/>
                </a:moveTo>
                <a:lnTo>
                  <a:pt x="186597" y="0"/>
                </a:lnTo>
                <a:lnTo>
                  <a:pt x="186597" y="292720"/>
                </a:lnTo>
                <a:lnTo>
                  <a:pt x="0" y="292720"/>
                </a:lnTo>
                <a:lnTo>
                  <a:pt x="0" y="0"/>
                </a:ln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6077497" y="2989224"/>
            <a:ext cx="126259" cy="202931"/>
          </a:xfrm>
          <a:custGeom>
            <a:avLst/>
            <a:gdLst/>
            <a:ahLst/>
            <a:cxnLst/>
            <a:rect l="l" t="t" r="r" b="b"/>
            <a:pathLst>
              <a:path w="156543" h="251605">
                <a:moveTo>
                  <a:pt x="48755" y="250351"/>
                </a:moveTo>
                <a:cubicBezTo>
                  <a:pt x="15446" y="243622"/>
                  <a:pt x="-5471" y="212045"/>
                  <a:pt x="1257" y="178736"/>
                </a:cubicBezTo>
                <a:cubicBezTo>
                  <a:pt x="37431" y="0"/>
                  <a:pt x="37431" y="0"/>
                  <a:pt x="37431" y="0"/>
                </a:cubicBezTo>
                <a:cubicBezTo>
                  <a:pt x="156544" y="24116"/>
                  <a:pt x="156544" y="24116"/>
                  <a:pt x="156544" y="24116"/>
                </a:cubicBezTo>
                <a:cubicBezTo>
                  <a:pt x="120370" y="202852"/>
                  <a:pt x="120370" y="202852"/>
                  <a:pt x="120370" y="202852"/>
                </a:cubicBezTo>
                <a:cubicBezTo>
                  <a:pt x="113642" y="236094"/>
                  <a:pt x="82065" y="257079"/>
                  <a:pt x="48755" y="250351"/>
                </a:cubicBezTo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5467908" y="3237618"/>
            <a:ext cx="760082" cy="1114265"/>
          </a:xfrm>
          <a:custGeom>
            <a:avLst/>
            <a:gdLst/>
            <a:ahLst/>
            <a:cxnLst/>
            <a:rect l="l" t="t" r="r" b="b"/>
            <a:pathLst>
              <a:path w="942392" h="1381527">
                <a:moveTo>
                  <a:pt x="505311" y="2"/>
                </a:moveTo>
                <a:cubicBezTo>
                  <a:pt x="505311" y="2"/>
                  <a:pt x="500381" y="-3396"/>
                  <a:pt x="364880" y="274668"/>
                </a:cubicBezTo>
                <a:cubicBezTo>
                  <a:pt x="364880" y="274668"/>
                  <a:pt x="199134" y="638270"/>
                  <a:pt x="286471" y="843254"/>
                </a:cubicBezTo>
                <a:cubicBezTo>
                  <a:pt x="350624" y="994743"/>
                  <a:pt x="942392" y="1044640"/>
                  <a:pt x="942392" y="1044640"/>
                </a:cubicBezTo>
                <a:cubicBezTo>
                  <a:pt x="942392" y="1044640"/>
                  <a:pt x="942392" y="1044640"/>
                  <a:pt x="892495" y="1381528"/>
                </a:cubicBezTo>
                <a:cubicBezTo>
                  <a:pt x="892495" y="1381528"/>
                  <a:pt x="421905" y="1313777"/>
                  <a:pt x="172420" y="1187270"/>
                </a:cubicBezTo>
                <a:cubicBezTo>
                  <a:pt x="-356927" y="921663"/>
                  <a:pt x="501514" y="535"/>
                  <a:pt x="501514" y="535"/>
                </a:cubicBezTo>
                <a:lnTo>
                  <a:pt x="505311" y="2"/>
                </a:ln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5234082" y="4214012"/>
            <a:ext cx="1560279" cy="321792"/>
          </a:xfrm>
          <a:custGeom>
            <a:avLst/>
            <a:gdLst/>
            <a:ahLst/>
            <a:cxnLst/>
            <a:rect l="l" t="t" r="r" b="b"/>
            <a:pathLst>
              <a:path w="1934522" h="398975">
                <a:moveTo>
                  <a:pt x="1547605" y="0"/>
                </a:moveTo>
                <a:lnTo>
                  <a:pt x="0" y="398976"/>
                </a:lnTo>
                <a:lnTo>
                  <a:pt x="1934523" y="70748"/>
                </a:lnTo>
                <a:lnTo>
                  <a:pt x="1547605" y="0"/>
                </a:lnTo>
                <a:lnTo>
                  <a:pt x="1547605" y="0"/>
                </a:lnTo>
                <a:close/>
              </a:path>
            </a:pathLst>
          </a:custGeom>
          <a:solidFill>
            <a:srgbClr val="0169EE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5489517" y="4198698"/>
            <a:ext cx="735946" cy="238617"/>
          </a:xfrm>
          <a:custGeom>
            <a:avLst/>
            <a:gdLst/>
            <a:ahLst/>
            <a:cxnLst/>
            <a:rect l="l" t="t" r="r" b="b"/>
            <a:pathLst>
              <a:path w="912468" h="295851">
                <a:moveTo>
                  <a:pt x="912468" y="295851"/>
                </a:moveTo>
                <a:lnTo>
                  <a:pt x="0" y="162748"/>
                </a:lnTo>
                <a:lnTo>
                  <a:pt x="297650" y="0"/>
                </a:lnTo>
                <a:lnTo>
                  <a:pt x="912468" y="295851"/>
                </a:lnTo>
                <a:lnTo>
                  <a:pt x="912468" y="295851"/>
                </a:lnTo>
                <a:close/>
              </a:path>
            </a:pathLst>
          </a:custGeom>
          <a:solidFill>
            <a:srgbClr val="0169EE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5234082" y="3969914"/>
            <a:ext cx="2146803" cy="797951"/>
          </a:xfrm>
          <a:custGeom>
            <a:avLst/>
            <a:gdLst/>
            <a:ahLst/>
            <a:cxnLst/>
            <a:rect l="l" t="t" r="r" b="b"/>
            <a:pathLst>
              <a:path w="2661729" h="989345">
                <a:moveTo>
                  <a:pt x="1654061" y="0"/>
                </a:moveTo>
                <a:cubicBezTo>
                  <a:pt x="1654061" y="0"/>
                  <a:pt x="2518497" y="50896"/>
                  <a:pt x="2646870" y="440945"/>
                </a:cubicBezTo>
                <a:cubicBezTo>
                  <a:pt x="2773445" y="830994"/>
                  <a:pt x="2049772" y="989345"/>
                  <a:pt x="2049772" y="989345"/>
                </a:cubicBezTo>
                <a:cubicBezTo>
                  <a:pt x="0" y="989345"/>
                  <a:pt x="0" y="989345"/>
                  <a:pt x="0" y="989345"/>
                </a:cubicBezTo>
                <a:cubicBezTo>
                  <a:pt x="0" y="689697"/>
                  <a:pt x="0" y="689697"/>
                  <a:pt x="0" y="689697"/>
                </a:cubicBezTo>
                <a:cubicBezTo>
                  <a:pt x="1830532" y="361803"/>
                  <a:pt x="1830532" y="361803"/>
                  <a:pt x="1830532" y="361803"/>
                </a:cubicBezTo>
                <a:cubicBezTo>
                  <a:pt x="1379594" y="305244"/>
                  <a:pt x="1379594" y="305244"/>
                  <a:pt x="1379594" y="305244"/>
                </a:cubicBezTo>
                <a:cubicBezTo>
                  <a:pt x="1654061" y="0"/>
                  <a:pt x="1654061" y="0"/>
                  <a:pt x="1654061" y="0"/>
                </a:cubicBezTo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6083132" y="3241542"/>
            <a:ext cx="761653" cy="1111415"/>
          </a:xfrm>
          <a:custGeom>
            <a:avLst/>
            <a:gdLst/>
            <a:ahLst/>
            <a:cxnLst/>
            <a:rect l="l" t="t" r="r" b="b"/>
            <a:pathLst>
              <a:path w="944342" h="1377995">
                <a:moveTo>
                  <a:pt x="445875" y="0"/>
                </a:moveTo>
                <a:cubicBezTo>
                  <a:pt x="445875" y="0"/>
                  <a:pt x="481849" y="46433"/>
                  <a:pt x="588904" y="283926"/>
                </a:cubicBezTo>
                <a:cubicBezTo>
                  <a:pt x="588904" y="283926"/>
                  <a:pt x="697758" y="584374"/>
                  <a:pt x="656788" y="839721"/>
                </a:cubicBezTo>
                <a:cubicBezTo>
                  <a:pt x="630740" y="1002203"/>
                  <a:pt x="0" y="1041107"/>
                  <a:pt x="0" y="1041107"/>
                </a:cubicBezTo>
                <a:cubicBezTo>
                  <a:pt x="0" y="1041107"/>
                  <a:pt x="0" y="1041107"/>
                  <a:pt x="49964" y="1377995"/>
                </a:cubicBezTo>
                <a:cubicBezTo>
                  <a:pt x="49964" y="1377995"/>
                  <a:pt x="521153" y="1310245"/>
                  <a:pt x="771038" y="1183737"/>
                </a:cubicBezTo>
                <a:cubicBezTo>
                  <a:pt x="1301185" y="918197"/>
                  <a:pt x="445875" y="0"/>
                  <a:pt x="445875" y="0"/>
                </a:cubicBez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5560710" y="3231817"/>
            <a:ext cx="347690" cy="437956"/>
          </a:xfrm>
          <a:custGeom>
            <a:avLst/>
            <a:gdLst/>
            <a:ahLst/>
            <a:cxnLst/>
            <a:rect l="l" t="t" r="r" b="b"/>
            <a:pathLst>
              <a:path w="431085" h="543003">
                <a:moveTo>
                  <a:pt x="431086" y="13923"/>
                </a:moveTo>
                <a:cubicBezTo>
                  <a:pt x="431086" y="13923"/>
                  <a:pt x="390116" y="1732"/>
                  <a:pt x="391847" y="0"/>
                </a:cubicBezTo>
                <a:cubicBezTo>
                  <a:pt x="391847" y="0"/>
                  <a:pt x="114716" y="244089"/>
                  <a:pt x="0" y="445675"/>
                </a:cubicBezTo>
                <a:cubicBezTo>
                  <a:pt x="0" y="445675"/>
                  <a:pt x="76478" y="442211"/>
                  <a:pt x="218974" y="543004"/>
                </a:cubicBezTo>
                <a:lnTo>
                  <a:pt x="431086" y="13923"/>
                </a:ln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6435335" y="3235955"/>
            <a:ext cx="318245" cy="433820"/>
          </a:xfrm>
          <a:custGeom>
            <a:avLst/>
            <a:gdLst/>
            <a:ahLst/>
            <a:cxnLst/>
            <a:rect l="l" t="t" r="r" b="b"/>
            <a:pathLst>
              <a:path w="394578" h="537874">
                <a:moveTo>
                  <a:pt x="0" y="0"/>
                </a:moveTo>
                <a:cubicBezTo>
                  <a:pt x="0" y="0"/>
                  <a:pt x="0" y="0"/>
                  <a:pt x="0" y="1732"/>
                </a:cubicBezTo>
                <a:cubicBezTo>
                  <a:pt x="0" y="1732"/>
                  <a:pt x="0" y="1732"/>
                  <a:pt x="1732" y="1732"/>
                </a:cubicBezTo>
                <a:cubicBezTo>
                  <a:pt x="1665" y="1732"/>
                  <a:pt x="1665" y="1732"/>
                  <a:pt x="0" y="0"/>
                </a:cubicBezTo>
                <a:cubicBezTo>
                  <a:pt x="0" y="0"/>
                  <a:pt x="279863" y="238959"/>
                  <a:pt x="394579" y="440545"/>
                </a:cubicBezTo>
                <a:cubicBezTo>
                  <a:pt x="394579" y="440545"/>
                  <a:pt x="318101" y="437081"/>
                  <a:pt x="175605" y="53787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9" name="Freeform 49"/>
          <p:cNvSpPr/>
          <p:nvPr/>
        </p:nvSpPr>
        <p:spPr>
          <a:xfrm>
            <a:off x="6088851" y="2667092"/>
            <a:ext cx="352627" cy="456975"/>
          </a:xfrm>
          <a:custGeom>
            <a:avLst/>
            <a:gdLst/>
            <a:ahLst/>
            <a:cxnLst/>
            <a:rect l="l" t="t" r="r" b="b"/>
            <a:pathLst>
              <a:path w="437206" h="566584">
                <a:moveTo>
                  <a:pt x="431055" y="262698"/>
                </a:moveTo>
                <a:cubicBezTo>
                  <a:pt x="401144" y="417052"/>
                  <a:pt x="269840" y="587195"/>
                  <a:pt x="152991" y="564545"/>
                </a:cubicBezTo>
                <a:cubicBezTo>
                  <a:pt x="36077" y="541895"/>
                  <a:pt x="-22148" y="335045"/>
                  <a:pt x="7764" y="180691"/>
                </a:cubicBezTo>
                <a:cubicBezTo>
                  <a:pt x="37675" y="26337"/>
                  <a:pt x="144398" y="-17031"/>
                  <a:pt x="261312" y="5619"/>
                </a:cubicBezTo>
                <a:cubicBezTo>
                  <a:pt x="378161" y="28203"/>
                  <a:pt x="460967" y="108278"/>
                  <a:pt x="431055" y="262698"/>
                </a:cubicBez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0" name="Freeform 50"/>
          <p:cNvSpPr/>
          <p:nvPr/>
        </p:nvSpPr>
        <p:spPr>
          <a:xfrm>
            <a:off x="6065562" y="2655858"/>
            <a:ext cx="398411" cy="249891"/>
          </a:xfrm>
          <a:custGeom>
            <a:avLst/>
            <a:gdLst/>
            <a:ahLst/>
            <a:cxnLst/>
            <a:rect l="l" t="t" r="r" b="b"/>
            <a:pathLst>
              <a:path w="493973" h="309828">
                <a:moveTo>
                  <a:pt x="493973" y="220135"/>
                </a:moveTo>
                <a:cubicBezTo>
                  <a:pt x="493973" y="220135"/>
                  <a:pt x="466060" y="297145"/>
                  <a:pt x="258478" y="308737"/>
                </a:cubicBezTo>
                <a:cubicBezTo>
                  <a:pt x="16655" y="322194"/>
                  <a:pt x="0" y="206811"/>
                  <a:pt x="0" y="206811"/>
                </a:cubicBezTo>
                <a:cubicBezTo>
                  <a:pt x="0" y="206811"/>
                  <a:pt x="36906" y="3027"/>
                  <a:pt x="237760" y="29"/>
                </a:cubicBezTo>
                <a:cubicBezTo>
                  <a:pt x="438680" y="-2902"/>
                  <a:pt x="493973" y="220135"/>
                  <a:pt x="493973" y="220135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6322943" y="2790528"/>
            <a:ext cx="169402" cy="148914"/>
          </a:xfrm>
          <a:custGeom>
            <a:avLst/>
            <a:gdLst/>
            <a:ahLst/>
            <a:cxnLst/>
            <a:rect l="l" t="t" r="r" b="b"/>
            <a:pathLst>
              <a:path w="210034" h="184632">
                <a:moveTo>
                  <a:pt x="158671" y="0"/>
                </a:moveTo>
                <a:cubicBezTo>
                  <a:pt x="158671" y="0"/>
                  <a:pt x="260729" y="73346"/>
                  <a:pt x="177123" y="146693"/>
                </a:cubicBezTo>
                <a:cubicBezTo>
                  <a:pt x="93451" y="220040"/>
                  <a:pt x="25634" y="175738"/>
                  <a:pt x="2118" y="109320"/>
                </a:cubicBezTo>
                <a:cubicBezTo>
                  <a:pt x="-21398" y="42902"/>
                  <a:pt x="158671" y="0"/>
                  <a:pt x="158671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2" name="Freeform 52"/>
          <p:cNvSpPr/>
          <p:nvPr/>
        </p:nvSpPr>
        <p:spPr>
          <a:xfrm>
            <a:off x="6031712" y="2838349"/>
            <a:ext cx="114338" cy="114338"/>
          </a:xfrm>
          <a:custGeom>
            <a:avLst/>
            <a:gdLst/>
            <a:ahLst/>
            <a:cxnLst/>
            <a:rect l="l" t="t" r="r" b="b"/>
            <a:pathLst>
              <a:path w="141763" h="141763">
                <a:moveTo>
                  <a:pt x="141763" y="70882"/>
                </a:moveTo>
                <a:cubicBezTo>
                  <a:pt x="141763" y="110029"/>
                  <a:pt x="110028" y="141763"/>
                  <a:pt x="70881" y="141763"/>
                </a:cubicBezTo>
                <a:cubicBezTo>
                  <a:pt x="31735" y="141763"/>
                  <a:pt x="0" y="110029"/>
                  <a:pt x="0" y="70882"/>
                </a:cubicBezTo>
                <a:cubicBezTo>
                  <a:pt x="0" y="31735"/>
                  <a:pt x="31734" y="0"/>
                  <a:pt x="70881" y="0"/>
                </a:cubicBezTo>
                <a:cubicBezTo>
                  <a:pt x="110028" y="0"/>
                  <a:pt x="141763" y="31735"/>
                  <a:pt x="141763" y="70882"/>
                </a:cubicBez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3" name="Freeform 53"/>
          <p:cNvSpPr/>
          <p:nvPr/>
        </p:nvSpPr>
        <p:spPr>
          <a:xfrm>
            <a:off x="6065329" y="2822659"/>
            <a:ext cx="270670" cy="130030"/>
          </a:xfrm>
          <a:custGeom>
            <a:avLst/>
            <a:gdLst/>
            <a:ahLst/>
            <a:cxnLst/>
            <a:rect l="l" t="t" r="r" b="b"/>
            <a:pathLst>
              <a:path w="335593" h="161219">
                <a:moveTo>
                  <a:pt x="421" y="0"/>
                </a:moveTo>
                <a:cubicBezTo>
                  <a:pt x="421" y="0"/>
                  <a:pt x="-8106" y="81807"/>
                  <a:pt x="51584" y="127840"/>
                </a:cubicBezTo>
                <a:cubicBezTo>
                  <a:pt x="111274" y="173873"/>
                  <a:pt x="240846" y="177870"/>
                  <a:pt x="324318" y="104257"/>
                </a:cubicBezTo>
                <a:cubicBezTo>
                  <a:pt x="407791" y="30644"/>
                  <a:pt x="421" y="0"/>
                  <a:pt x="421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4" name="Freeform 54"/>
          <p:cNvSpPr/>
          <p:nvPr/>
        </p:nvSpPr>
        <p:spPr>
          <a:xfrm>
            <a:off x="6889895" y="2314047"/>
            <a:ext cx="1587145" cy="1440138"/>
          </a:xfrm>
          <a:custGeom>
            <a:avLst/>
            <a:gdLst/>
            <a:ahLst/>
            <a:cxnLst/>
            <a:rect l="l" t="t" r="r" b="b"/>
            <a:pathLst>
              <a:path w="1967831" h="1785564">
                <a:moveTo>
                  <a:pt x="1921532" y="1785565"/>
                </a:moveTo>
                <a:lnTo>
                  <a:pt x="46300" y="1785565"/>
                </a:lnTo>
                <a:cubicBezTo>
                  <a:pt x="20719" y="1785565"/>
                  <a:pt x="0" y="1764846"/>
                  <a:pt x="0" y="1739265"/>
                </a:cubicBezTo>
                <a:lnTo>
                  <a:pt x="0" y="46300"/>
                </a:lnTo>
                <a:cubicBezTo>
                  <a:pt x="0" y="20718"/>
                  <a:pt x="20719" y="0"/>
                  <a:pt x="46300" y="0"/>
                </a:cubicBezTo>
                <a:lnTo>
                  <a:pt x="1921532" y="0"/>
                </a:lnTo>
                <a:cubicBezTo>
                  <a:pt x="1947114" y="0"/>
                  <a:pt x="1967832" y="20718"/>
                  <a:pt x="1967832" y="46300"/>
                </a:cubicBezTo>
                <a:lnTo>
                  <a:pt x="1967832" y="1739265"/>
                </a:lnTo>
                <a:cubicBezTo>
                  <a:pt x="1967832" y="1764846"/>
                  <a:pt x="1947114" y="1785565"/>
                  <a:pt x="1921532" y="178556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5" name="Freeform 55"/>
          <p:cNvSpPr/>
          <p:nvPr/>
        </p:nvSpPr>
        <p:spPr>
          <a:xfrm>
            <a:off x="6951793" y="2614293"/>
            <a:ext cx="1525246" cy="1139999"/>
          </a:xfrm>
          <a:custGeom>
            <a:avLst/>
            <a:gdLst/>
            <a:ahLst/>
            <a:cxnLst/>
            <a:rect l="l" t="t" r="r" b="b"/>
            <a:pathLst>
              <a:path w="1891087" h="1413435">
                <a:moveTo>
                  <a:pt x="1891088" y="1367003"/>
                </a:moveTo>
                <a:lnTo>
                  <a:pt x="1891088" y="96996"/>
                </a:lnTo>
                <a:lnTo>
                  <a:pt x="1818075" y="23982"/>
                </a:lnTo>
                <a:cubicBezTo>
                  <a:pt x="1802685" y="8594"/>
                  <a:pt x="1781834" y="0"/>
                  <a:pt x="1760117" y="0"/>
                </a:cubicBezTo>
                <a:lnTo>
                  <a:pt x="35175" y="0"/>
                </a:lnTo>
                <a:cubicBezTo>
                  <a:pt x="16121" y="0"/>
                  <a:pt x="666" y="15455"/>
                  <a:pt x="666" y="34508"/>
                </a:cubicBezTo>
                <a:lnTo>
                  <a:pt x="0" y="901343"/>
                </a:lnTo>
                <a:cubicBezTo>
                  <a:pt x="0" y="919396"/>
                  <a:pt x="7195" y="936784"/>
                  <a:pt x="19919" y="949574"/>
                </a:cubicBezTo>
                <a:lnTo>
                  <a:pt x="483781" y="1413436"/>
                </a:lnTo>
                <a:lnTo>
                  <a:pt x="1844788" y="1413436"/>
                </a:lnTo>
                <a:cubicBezTo>
                  <a:pt x="1870370" y="1413303"/>
                  <a:pt x="1891088" y="1392584"/>
                  <a:pt x="1891088" y="1367003"/>
                </a:cubicBezTo>
                <a:close/>
              </a:path>
            </a:pathLst>
          </a:custGeom>
          <a:solidFill>
            <a:srgbClr val="0169EE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56" name="Group 56"/>
          <p:cNvGrpSpPr/>
          <p:nvPr/>
        </p:nvGrpSpPr>
        <p:grpSpPr>
          <a:xfrm>
            <a:off x="6948246" y="2614240"/>
            <a:ext cx="1446478" cy="759965"/>
            <a:chOff x="7309848" y="2614859"/>
            <a:chExt cx="1793425" cy="942246"/>
          </a:xfrm>
        </p:grpSpPr>
        <p:sp>
          <p:nvSpPr>
            <p:cNvPr id="57" name="Freeform 57"/>
            <p:cNvSpPr/>
            <p:nvPr/>
          </p:nvSpPr>
          <p:spPr>
            <a:xfrm>
              <a:off x="7309848" y="2614859"/>
              <a:ext cx="1054497" cy="750585"/>
            </a:xfrm>
            <a:custGeom>
              <a:avLst/>
              <a:gdLst/>
              <a:ahLst/>
              <a:cxnLst/>
              <a:rect l="l" t="t" r="r" b="b"/>
              <a:pathLst>
                <a:path w="1054497" h="750585">
                  <a:moveTo>
                    <a:pt x="1024386" y="750586"/>
                  </a:moveTo>
                  <a:lnTo>
                    <a:pt x="30178" y="750586"/>
                  </a:lnTo>
                  <a:cubicBezTo>
                    <a:pt x="13523" y="750586"/>
                    <a:pt x="0" y="737063"/>
                    <a:pt x="0" y="720408"/>
                  </a:cubicBezTo>
                  <a:lnTo>
                    <a:pt x="0" y="30178"/>
                  </a:lnTo>
                  <a:cubicBezTo>
                    <a:pt x="0" y="13524"/>
                    <a:pt x="13523" y="0"/>
                    <a:pt x="30178" y="0"/>
                  </a:cubicBezTo>
                  <a:lnTo>
                    <a:pt x="1024319" y="0"/>
                  </a:lnTo>
                  <a:cubicBezTo>
                    <a:pt x="1040974" y="0"/>
                    <a:pt x="1054498" y="13524"/>
                    <a:pt x="1054498" y="30178"/>
                  </a:cubicBezTo>
                  <a:lnTo>
                    <a:pt x="1054498" y="720475"/>
                  </a:lnTo>
                  <a:cubicBezTo>
                    <a:pt x="1054498" y="737129"/>
                    <a:pt x="1041041" y="750586"/>
                    <a:pt x="1024386" y="75058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8" name="Freeform 58"/>
            <p:cNvSpPr/>
            <p:nvPr/>
          </p:nvSpPr>
          <p:spPr>
            <a:xfrm>
              <a:off x="8398920" y="2614859"/>
              <a:ext cx="704352" cy="354474"/>
            </a:xfrm>
            <a:custGeom>
              <a:avLst/>
              <a:gdLst/>
              <a:ahLst/>
              <a:cxnLst/>
              <a:rect l="l" t="t" r="r" b="b"/>
              <a:pathLst>
                <a:path w="704352" h="354474">
                  <a:moveTo>
                    <a:pt x="674175" y="354475"/>
                  </a:moveTo>
                  <a:lnTo>
                    <a:pt x="30178" y="354475"/>
                  </a:lnTo>
                  <a:cubicBezTo>
                    <a:pt x="13523" y="354475"/>
                    <a:pt x="0" y="340951"/>
                    <a:pt x="0" y="324297"/>
                  </a:cubicBezTo>
                  <a:lnTo>
                    <a:pt x="0" y="30178"/>
                  </a:lnTo>
                  <a:cubicBezTo>
                    <a:pt x="0" y="13524"/>
                    <a:pt x="13523" y="0"/>
                    <a:pt x="30178" y="0"/>
                  </a:cubicBezTo>
                  <a:lnTo>
                    <a:pt x="674175" y="0"/>
                  </a:lnTo>
                  <a:cubicBezTo>
                    <a:pt x="690830" y="0"/>
                    <a:pt x="704353" y="13524"/>
                    <a:pt x="704353" y="30178"/>
                  </a:cubicBezTo>
                  <a:lnTo>
                    <a:pt x="704353" y="324297"/>
                  </a:lnTo>
                  <a:cubicBezTo>
                    <a:pt x="704353" y="340951"/>
                    <a:pt x="690830" y="354475"/>
                    <a:pt x="674175" y="35447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9" name="Freeform 59"/>
            <p:cNvSpPr/>
            <p:nvPr/>
          </p:nvSpPr>
          <p:spPr>
            <a:xfrm>
              <a:off x="8398920" y="3010971"/>
              <a:ext cx="704352" cy="354474"/>
            </a:xfrm>
            <a:custGeom>
              <a:avLst/>
              <a:gdLst/>
              <a:ahLst/>
              <a:cxnLst/>
              <a:rect l="l" t="t" r="r" b="b"/>
              <a:pathLst>
                <a:path w="704352" h="354474">
                  <a:moveTo>
                    <a:pt x="674175" y="354475"/>
                  </a:moveTo>
                  <a:lnTo>
                    <a:pt x="30178" y="354475"/>
                  </a:lnTo>
                  <a:cubicBezTo>
                    <a:pt x="13523" y="354475"/>
                    <a:pt x="0" y="340951"/>
                    <a:pt x="0" y="324297"/>
                  </a:cubicBezTo>
                  <a:lnTo>
                    <a:pt x="0" y="30178"/>
                  </a:lnTo>
                  <a:cubicBezTo>
                    <a:pt x="0" y="13523"/>
                    <a:pt x="13523" y="0"/>
                    <a:pt x="30178" y="0"/>
                  </a:cubicBezTo>
                  <a:lnTo>
                    <a:pt x="674175" y="0"/>
                  </a:lnTo>
                  <a:cubicBezTo>
                    <a:pt x="690830" y="0"/>
                    <a:pt x="704353" y="13523"/>
                    <a:pt x="704353" y="30178"/>
                  </a:cubicBezTo>
                  <a:lnTo>
                    <a:pt x="704353" y="324297"/>
                  </a:lnTo>
                  <a:cubicBezTo>
                    <a:pt x="704353" y="341018"/>
                    <a:pt x="690830" y="354475"/>
                    <a:pt x="674175" y="35447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0" name="Freeform 60"/>
            <p:cNvSpPr/>
            <p:nvPr/>
          </p:nvSpPr>
          <p:spPr>
            <a:xfrm>
              <a:off x="7780238" y="2919249"/>
              <a:ext cx="164962" cy="183377"/>
            </a:xfrm>
            <a:custGeom>
              <a:avLst/>
              <a:gdLst/>
              <a:ahLst/>
              <a:cxnLst/>
              <a:rect l="l" t="t" r="r" b="b"/>
              <a:pathLst>
                <a:path w="164962" h="183377">
                  <a:moveTo>
                    <a:pt x="153421" y="71737"/>
                  </a:moveTo>
                  <a:lnTo>
                    <a:pt x="34641" y="3120"/>
                  </a:lnTo>
                  <a:cubicBezTo>
                    <a:pt x="19253" y="-5740"/>
                    <a:pt x="0" y="5318"/>
                    <a:pt x="0" y="23105"/>
                  </a:cubicBezTo>
                  <a:lnTo>
                    <a:pt x="0" y="160272"/>
                  </a:lnTo>
                  <a:cubicBezTo>
                    <a:pt x="0" y="178059"/>
                    <a:pt x="19253" y="189118"/>
                    <a:pt x="34641" y="180257"/>
                  </a:cubicBezTo>
                  <a:lnTo>
                    <a:pt x="153421" y="111641"/>
                  </a:lnTo>
                  <a:cubicBezTo>
                    <a:pt x="168810" y="102847"/>
                    <a:pt x="168810" y="80663"/>
                    <a:pt x="153421" y="71737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1" name="Freeform 61"/>
            <p:cNvSpPr/>
            <p:nvPr/>
          </p:nvSpPr>
          <p:spPr>
            <a:xfrm>
              <a:off x="7315977" y="3407215"/>
              <a:ext cx="1787230" cy="149890"/>
            </a:xfrm>
            <a:custGeom>
              <a:avLst/>
              <a:gdLst/>
              <a:ahLst/>
              <a:cxnLst/>
              <a:rect l="l" t="t" r="r" b="b"/>
              <a:pathLst>
                <a:path w="1787230" h="149890">
                  <a:moveTo>
                    <a:pt x="1758584" y="149891"/>
                  </a:moveTo>
                  <a:lnTo>
                    <a:pt x="28646" y="149891"/>
                  </a:lnTo>
                  <a:cubicBezTo>
                    <a:pt x="12791" y="149891"/>
                    <a:pt x="0" y="137033"/>
                    <a:pt x="0" y="121245"/>
                  </a:cubicBezTo>
                  <a:lnTo>
                    <a:pt x="0" y="28646"/>
                  </a:lnTo>
                  <a:cubicBezTo>
                    <a:pt x="0" y="12791"/>
                    <a:pt x="12857" y="0"/>
                    <a:pt x="28646" y="0"/>
                  </a:cubicBezTo>
                  <a:lnTo>
                    <a:pt x="1758584" y="0"/>
                  </a:lnTo>
                  <a:cubicBezTo>
                    <a:pt x="1774439" y="0"/>
                    <a:pt x="1787230" y="12857"/>
                    <a:pt x="1787230" y="28646"/>
                  </a:cubicBezTo>
                  <a:lnTo>
                    <a:pt x="1787230" y="121245"/>
                  </a:lnTo>
                  <a:cubicBezTo>
                    <a:pt x="1787297" y="137033"/>
                    <a:pt x="1774439" y="149891"/>
                    <a:pt x="1758584" y="149891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>
            <a:off x="4960166" y="2424840"/>
            <a:ext cx="425277" cy="172582"/>
          </a:xfrm>
          <a:custGeom>
            <a:avLst/>
            <a:gdLst/>
            <a:ahLst/>
            <a:cxnLst/>
            <a:rect l="l" t="t" r="r" b="b"/>
            <a:pathLst>
              <a:path w="527282" h="213977">
                <a:moveTo>
                  <a:pt x="489643" y="213977"/>
                </a:moveTo>
                <a:lnTo>
                  <a:pt x="37639" y="213977"/>
                </a:lnTo>
                <a:cubicBezTo>
                  <a:pt x="16854" y="213977"/>
                  <a:pt x="0" y="197123"/>
                  <a:pt x="0" y="176338"/>
                </a:cubicBezTo>
                <a:lnTo>
                  <a:pt x="0" y="37639"/>
                </a:lnTo>
                <a:cubicBezTo>
                  <a:pt x="0" y="16854"/>
                  <a:pt x="16854" y="0"/>
                  <a:pt x="37639" y="0"/>
                </a:cubicBezTo>
                <a:lnTo>
                  <a:pt x="489643" y="0"/>
                </a:lnTo>
                <a:cubicBezTo>
                  <a:pt x="510428" y="0"/>
                  <a:pt x="527282" y="16854"/>
                  <a:pt x="527282" y="37639"/>
                </a:cubicBezTo>
                <a:lnTo>
                  <a:pt x="527282" y="176338"/>
                </a:lnTo>
                <a:cubicBezTo>
                  <a:pt x="527282" y="197123"/>
                  <a:pt x="510428" y="213977"/>
                  <a:pt x="489643" y="213977"/>
                </a:cubicBez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3" name="Freeform 63"/>
          <p:cNvSpPr/>
          <p:nvPr/>
        </p:nvSpPr>
        <p:spPr>
          <a:xfrm>
            <a:off x="4281227" y="3911348"/>
            <a:ext cx="346669" cy="474117"/>
          </a:xfrm>
          <a:custGeom>
            <a:avLst/>
            <a:gdLst/>
            <a:ahLst/>
            <a:cxnLst/>
            <a:rect l="l" t="t" r="r" b="b"/>
            <a:pathLst>
              <a:path w="429819" h="587837">
                <a:moveTo>
                  <a:pt x="399975" y="587838"/>
                </a:moveTo>
                <a:lnTo>
                  <a:pt x="29845" y="587838"/>
                </a:lnTo>
                <a:cubicBezTo>
                  <a:pt x="13390" y="587838"/>
                  <a:pt x="0" y="574514"/>
                  <a:pt x="0" y="557993"/>
                </a:cubicBezTo>
                <a:lnTo>
                  <a:pt x="0" y="29845"/>
                </a:lnTo>
                <a:cubicBezTo>
                  <a:pt x="0" y="13390"/>
                  <a:pt x="13324" y="0"/>
                  <a:pt x="29845" y="0"/>
                </a:cubicBezTo>
                <a:lnTo>
                  <a:pt x="399975" y="0"/>
                </a:lnTo>
                <a:cubicBezTo>
                  <a:pt x="416430" y="0"/>
                  <a:pt x="429820" y="13324"/>
                  <a:pt x="429820" y="29845"/>
                </a:cubicBezTo>
                <a:lnTo>
                  <a:pt x="429820" y="557993"/>
                </a:lnTo>
                <a:cubicBezTo>
                  <a:pt x="429753" y="574514"/>
                  <a:pt x="416430" y="587838"/>
                  <a:pt x="399975" y="5878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4" name="Freeform 64"/>
          <p:cNvSpPr/>
          <p:nvPr/>
        </p:nvSpPr>
        <p:spPr>
          <a:xfrm>
            <a:off x="4281226" y="3911399"/>
            <a:ext cx="346669" cy="474064"/>
          </a:xfrm>
          <a:custGeom>
            <a:avLst/>
            <a:gdLst/>
            <a:ahLst/>
            <a:cxnLst/>
            <a:rect l="l" t="t" r="r" b="b"/>
            <a:pathLst>
              <a:path w="429819" h="587771">
                <a:moveTo>
                  <a:pt x="399975" y="0"/>
                </a:moveTo>
                <a:lnTo>
                  <a:pt x="370730" y="0"/>
                </a:lnTo>
                <a:lnTo>
                  <a:pt x="370730" y="152755"/>
                </a:lnTo>
                <a:cubicBezTo>
                  <a:pt x="370730" y="353875"/>
                  <a:pt x="207715" y="516890"/>
                  <a:pt x="6595" y="516890"/>
                </a:cubicBezTo>
                <a:lnTo>
                  <a:pt x="0" y="516890"/>
                </a:lnTo>
                <a:lnTo>
                  <a:pt x="0" y="557926"/>
                </a:lnTo>
                <a:cubicBezTo>
                  <a:pt x="0" y="574381"/>
                  <a:pt x="13324" y="587771"/>
                  <a:pt x="29845" y="587771"/>
                </a:cubicBezTo>
                <a:lnTo>
                  <a:pt x="399975" y="587771"/>
                </a:lnTo>
                <a:cubicBezTo>
                  <a:pt x="416430" y="587771"/>
                  <a:pt x="429820" y="574448"/>
                  <a:pt x="429820" y="557926"/>
                </a:cubicBezTo>
                <a:lnTo>
                  <a:pt x="429820" y="29778"/>
                </a:lnTo>
                <a:cubicBezTo>
                  <a:pt x="429753" y="13390"/>
                  <a:pt x="416430" y="0"/>
                  <a:pt x="399975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5" name="Freeform 65"/>
          <p:cNvSpPr/>
          <p:nvPr/>
        </p:nvSpPr>
        <p:spPr>
          <a:xfrm>
            <a:off x="4924218" y="2454551"/>
            <a:ext cx="395295" cy="37556"/>
          </a:xfrm>
          <a:custGeom>
            <a:avLst/>
            <a:gdLst/>
            <a:ahLst/>
            <a:cxnLst/>
            <a:rect l="l" t="t" r="r" b="b"/>
            <a:pathLst>
              <a:path w="490109" h="46565">
                <a:moveTo>
                  <a:pt x="482715" y="46566"/>
                </a:moveTo>
                <a:lnTo>
                  <a:pt x="7395" y="46566"/>
                </a:lnTo>
                <a:cubicBezTo>
                  <a:pt x="3331" y="46566"/>
                  <a:pt x="0" y="43235"/>
                  <a:pt x="0" y="39171"/>
                </a:cubicBezTo>
                <a:lnTo>
                  <a:pt x="0" y="7395"/>
                </a:lnTo>
                <a:cubicBezTo>
                  <a:pt x="0" y="3331"/>
                  <a:pt x="3331" y="0"/>
                  <a:pt x="7395" y="0"/>
                </a:cubicBezTo>
                <a:lnTo>
                  <a:pt x="482715" y="0"/>
                </a:lnTo>
                <a:cubicBezTo>
                  <a:pt x="486778" y="0"/>
                  <a:pt x="490109" y="3331"/>
                  <a:pt x="490109" y="7395"/>
                </a:cubicBezTo>
                <a:lnTo>
                  <a:pt x="490109" y="39171"/>
                </a:lnTo>
                <a:cubicBezTo>
                  <a:pt x="490109" y="43302"/>
                  <a:pt x="486778" y="46566"/>
                  <a:pt x="482715" y="46566"/>
                </a:cubicBezTo>
                <a:close/>
              </a:path>
            </a:pathLst>
          </a:custGeom>
          <a:solidFill>
            <a:srgbClr val="ADD3D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6" name="Freeform 66"/>
          <p:cNvSpPr/>
          <p:nvPr/>
        </p:nvSpPr>
        <p:spPr>
          <a:xfrm>
            <a:off x="4924218" y="2514139"/>
            <a:ext cx="241463" cy="37556"/>
          </a:xfrm>
          <a:custGeom>
            <a:avLst/>
            <a:gdLst/>
            <a:ahLst/>
            <a:cxnLst/>
            <a:rect l="l" t="t" r="r" b="b"/>
            <a:pathLst>
              <a:path w="299381" h="46565">
                <a:moveTo>
                  <a:pt x="291987" y="46566"/>
                </a:moveTo>
                <a:lnTo>
                  <a:pt x="7395" y="46566"/>
                </a:lnTo>
                <a:cubicBezTo>
                  <a:pt x="3331" y="46566"/>
                  <a:pt x="0" y="43235"/>
                  <a:pt x="0" y="39171"/>
                </a:cubicBezTo>
                <a:lnTo>
                  <a:pt x="0" y="7395"/>
                </a:lnTo>
                <a:cubicBezTo>
                  <a:pt x="0" y="3331"/>
                  <a:pt x="3331" y="0"/>
                  <a:pt x="7395" y="0"/>
                </a:cubicBezTo>
                <a:lnTo>
                  <a:pt x="291987" y="0"/>
                </a:lnTo>
                <a:cubicBezTo>
                  <a:pt x="296051" y="0"/>
                  <a:pt x="299382" y="3331"/>
                  <a:pt x="299382" y="7395"/>
                </a:cubicBezTo>
                <a:lnTo>
                  <a:pt x="299382" y="39171"/>
                </a:lnTo>
                <a:cubicBezTo>
                  <a:pt x="299382" y="43235"/>
                  <a:pt x="296051" y="46566"/>
                  <a:pt x="291987" y="46566"/>
                </a:cubicBezTo>
                <a:close/>
              </a:path>
            </a:pathLst>
          </a:custGeom>
          <a:solidFill>
            <a:srgbClr val="ADD3D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7" name="Freeform 67"/>
          <p:cNvSpPr/>
          <p:nvPr/>
        </p:nvSpPr>
        <p:spPr>
          <a:xfrm>
            <a:off x="5247461" y="2880688"/>
            <a:ext cx="144104" cy="144104"/>
          </a:xfrm>
          <a:custGeom>
            <a:avLst/>
            <a:gdLst/>
            <a:ahLst/>
            <a:cxnLst/>
            <a:rect l="l" t="t" r="r" b="b"/>
            <a:pathLst>
              <a:path w="178669" h="178669">
                <a:moveTo>
                  <a:pt x="178670" y="89335"/>
                </a:moveTo>
                <a:cubicBezTo>
                  <a:pt x="178670" y="138673"/>
                  <a:pt x="138673" y="178670"/>
                  <a:pt x="89335" y="178670"/>
                </a:cubicBezTo>
                <a:cubicBezTo>
                  <a:pt x="39997" y="178670"/>
                  <a:pt x="0" y="138673"/>
                  <a:pt x="0" y="89335"/>
                </a:cubicBezTo>
                <a:cubicBezTo>
                  <a:pt x="0" y="39997"/>
                  <a:pt x="39997" y="0"/>
                  <a:pt x="89335" y="0"/>
                </a:cubicBezTo>
                <a:cubicBezTo>
                  <a:pt x="138673" y="0"/>
                  <a:pt x="178670" y="39997"/>
                  <a:pt x="178670" y="89335"/>
                </a:cubicBezTo>
                <a:close/>
              </a:path>
            </a:pathLst>
          </a:custGeom>
          <a:solidFill>
            <a:srgbClr val="3C914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8" name="Freeform 68"/>
          <p:cNvSpPr/>
          <p:nvPr/>
        </p:nvSpPr>
        <p:spPr>
          <a:xfrm>
            <a:off x="5236446" y="2864999"/>
            <a:ext cx="144104" cy="144104"/>
          </a:xfrm>
          <a:custGeom>
            <a:avLst/>
            <a:gdLst/>
            <a:ahLst/>
            <a:cxnLst/>
            <a:rect l="l" t="t" r="r" b="b"/>
            <a:pathLst>
              <a:path w="178669" h="178669">
                <a:moveTo>
                  <a:pt x="178670" y="89335"/>
                </a:moveTo>
                <a:cubicBezTo>
                  <a:pt x="178670" y="138673"/>
                  <a:pt x="138673" y="178670"/>
                  <a:pt x="89335" y="178670"/>
                </a:cubicBezTo>
                <a:cubicBezTo>
                  <a:pt x="39997" y="178670"/>
                  <a:pt x="0" y="138673"/>
                  <a:pt x="0" y="89335"/>
                </a:cubicBezTo>
                <a:cubicBezTo>
                  <a:pt x="0" y="39997"/>
                  <a:pt x="39997" y="0"/>
                  <a:pt x="89335" y="0"/>
                </a:cubicBezTo>
                <a:cubicBezTo>
                  <a:pt x="138673" y="0"/>
                  <a:pt x="178670" y="39997"/>
                  <a:pt x="178670" y="89335"/>
                </a:cubicBez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9" name="Freeform 69"/>
          <p:cNvSpPr/>
          <p:nvPr/>
        </p:nvSpPr>
        <p:spPr>
          <a:xfrm>
            <a:off x="6889895" y="2303300"/>
            <a:ext cx="1587145" cy="140558"/>
          </a:xfrm>
          <a:custGeom>
            <a:avLst/>
            <a:gdLst/>
            <a:ahLst/>
            <a:cxnLst/>
            <a:rect l="l" t="t" r="r" b="b"/>
            <a:pathLst>
              <a:path w="1967831" h="174272">
                <a:moveTo>
                  <a:pt x="1967832" y="174273"/>
                </a:moveTo>
                <a:lnTo>
                  <a:pt x="0" y="174273"/>
                </a:lnTo>
                <a:lnTo>
                  <a:pt x="0" y="45500"/>
                </a:lnTo>
                <a:cubicBezTo>
                  <a:pt x="0" y="20385"/>
                  <a:pt x="20385" y="0"/>
                  <a:pt x="45500" y="0"/>
                </a:cubicBezTo>
                <a:lnTo>
                  <a:pt x="1922332" y="0"/>
                </a:lnTo>
                <a:cubicBezTo>
                  <a:pt x="1947447" y="0"/>
                  <a:pt x="1967832" y="20385"/>
                  <a:pt x="1967832" y="45500"/>
                </a:cubicBezTo>
                <a:lnTo>
                  <a:pt x="1967832" y="174273"/>
                </a:ln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0" name="Freeform 70"/>
          <p:cNvSpPr/>
          <p:nvPr/>
        </p:nvSpPr>
        <p:spPr>
          <a:xfrm>
            <a:off x="7912816" y="2247903"/>
            <a:ext cx="112618" cy="112620"/>
          </a:xfrm>
          <a:custGeom>
            <a:avLst/>
            <a:gdLst/>
            <a:ahLst/>
            <a:cxnLst/>
            <a:rect l="l" t="t" r="r" b="b"/>
            <a:pathLst>
              <a:path w="139631" h="139631">
                <a:moveTo>
                  <a:pt x="139632" y="69816"/>
                </a:moveTo>
                <a:cubicBezTo>
                  <a:pt x="139632" y="108374"/>
                  <a:pt x="108374" y="139632"/>
                  <a:pt x="69816" y="139632"/>
                </a:cubicBezTo>
                <a:cubicBezTo>
                  <a:pt x="31258" y="139632"/>
                  <a:pt x="0" y="108374"/>
                  <a:pt x="0" y="69816"/>
                </a:cubicBezTo>
                <a:cubicBezTo>
                  <a:pt x="0" y="31258"/>
                  <a:pt x="31258" y="0"/>
                  <a:pt x="69816" y="0"/>
                </a:cubicBezTo>
                <a:cubicBezTo>
                  <a:pt x="108374" y="0"/>
                  <a:pt x="139632" y="31258"/>
                  <a:pt x="139632" y="69816"/>
                </a:cubicBezTo>
                <a:close/>
              </a:path>
            </a:pathLst>
          </a:custGeom>
          <a:solidFill>
            <a:srgbClr val="FFCE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1" name="Freeform 71"/>
          <p:cNvSpPr/>
          <p:nvPr/>
        </p:nvSpPr>
        <p:spPr>
          <a:xfrm>
            <a:off x="8078951" y="2247903"/>
            <a:ext cx="112618" cy="112620"/>
          </a:xfrm>
          <a:custGeom>
            <a:avLst/>
            <a:gdLst/>
            <a:ahLst/>
            <a:cxnLst/>
            <a:rect l="l" t="t" r="r" b="b"/>
            <a:pathLst>
              <a:path w="139631" h="139631">
                <a:moveTo>
                  <a:pt x="139631" y="69816"/>
                </a:moveTo>
                <a:cubicBezTo>
                  <a:pt x="139631" y="108374"/>
                  <a:pt x="108374" y="139632"/>
                  <a:pt x="69816" y="139632"/>
                </a:cubicBezTo>
                <a:cubicBezTo>
                  <a:pt x="31257" y="139632"/>
                  <a:pt x="0" y="108374"/>
                  <a:pt x="0" y="69816"/>
                </a:cubicBezTo>
                <a:cubicBezTo>
                  <a:pt x="0" y="31258"/>
                  <a:pt x="31258" y="0"/>
                  <a:pt x="69816" y="0"/>
                </a:cubicBezTo>
                <a:cubicBezTo>
                  <a:pt x="108374" y="0"/>
                  <a:pt x="139631" y="31258"/>
                  <a:pt x="139631" y="6981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2" name="Freeform 72"/>
          <p:cNvSpPr/>
          <p:nvPr/>
        </p:nvSpPr>
        <p:spPr>
          <a:xfrm>
            <a:off x="8245142" y="2247903"/>
            <a:ext cx="112618" cy="112618"/>
          </a:xfrm>
          <a:custGeom>
            <a:avLst/>
            <a:gdLst/>
            <a:ahLst/>
            <a:cxnLst/>
            <a:rect l="l" t="t" r="r" b="b"/>
            <a:pathLst>
              <a:path w="139631" h="139631">
                <a:moveTo>
                  <a:pt x="139631" y="69816"/>
                </a:moveTo>
                <a:cubicBezTo>
                  <a:pt x="139631" y="108374"/>
                  <a:pt x="108374" y="139632"/>
                  <a:pt x="69816" y="139632"/>
                </a:cubicBezTo>
                <a:cubicBezTo>
                  <a:pt x="31257" y="139632"/>
                  <a:pt x="0" y="108374"/>
                  <a:pt x="0" y="69816"/>
                </a:cubicBezTo>
                <a:cubicBezTo>
                  <a:pt x="0" y="31258"/>
                  <a:pt x="31258" y="0"/>
                  <a:pt x="69816" y="0"/>
                </a:cubicBezTo>
                <a:cubicBezTo>
                  <a:pt x="108374" y="0"/>
                  <a:pt x="139631" y="31258"/>
                  <a:pt x="139631" y="698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3" name="Freeform 73"/>
          <p:cNvSpPr/>
          <p:nvPr/>
        </p:nvSpPr>
        <p:spPr>
          <a:xfrm>
            <a:off x="6214343" y="3602340"/>
            <a:ext cx="217072" cy="171506"/>
          </a:xfrm>
          <a:custGeom>
            <a:avLst/>
            <a:gdLst/>
            <a:ahLst/>
            <a:cxnLst/>
            <a:rect l="l" t="t" r="r" b="b"/>
            <a:pathLst>
              <a:path w="269137" h="212644">
                <a:moveTo>
                  <a:pt x="226835" y="212645"/>
                </a:moveTo>
                <a:lnTo>
                  <a:pt x="42302" y="212645"/>
                </a:lnTo>
                <a:cubicBezTo>
                  <a:pt x="18920" y="212645"/>
                  <a:pt x="0" y="193725"/>
                  <a:pt x="0" y="170342"/>
                </a:cubicBezTo>
                <a:lnTo>
                  <a:pt x="0" y="0"/>
                </a:lnTo>
                <a:lnTo>
                  <a:pt x="269137" y="0"/>
                </a:lnTo>
                <a:lnTo>
                  <a:pt x="269137" y="170342"/>
                </a:lnTo>
                <a:cubicBezTo>
                  <a:pt x="269204" y="193659"/>
                  <a:pt x="250218" y="212645"/>
                  <a:pt x="226835" y="212645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74" name="Group 74"/>
          <p:cNvGrpSpPr/>
          <p:nvPr/>
        </p:nvGrpSpPr>
        <p:grpSpPr>
          <a:xfrm>
            <a:off x="5617538" y="3711572"/>
            <a:ext cx="1057013" cy="650353"/>
            <a:chOff x="5659962" y="3975400"/>
            <a:chExt cx="1310545" cy="806345"/>
          </a:xfrm>
        </p:grpSpPr>
        <p:sp>
          <p:nvSpPr>
            <p:cNvPr id="75" name="Freeform 75"/>
            <p:cNvSpPr/>
            <p:nvPr/>
          </p:nvSpPr>
          <p:spPr>
            <a:xfrm>
              <a:off x="5659962" y="3975400"/>
              <a:ext cx="1310545" cy="741259"/>
            </a:xfrm>
            <a:custGeom>
              <a:avLst/>
              <a:gdLst/>
              <a:ahLst/>
              <a:cxnLst/>
              <a:rect l="l" t="t" r="r" b="b"/>
              <a:pathLst>
                <a:path w="1310545" h="741259">
                  <a:moveTo>
                    <a:pt x="41859" y="0"/>
                  </a:moveTo>
                  <a:cubicBezTo>
                    <a:pt x="1267299" y="0"/>
                    <a:pt x="1267299" y="0"/>
                    <a:pt x="1267299" y="0"/>
                  </a:cubicBezTo>
                  <a:cubicBezTo>
                    <a:pt x="1294079" y="0"/>
                    <a:pt x="1313665" y="23183"/>
                    <a:pt x="1310134" y="49897"/>
                  </a:cubicBezTo>
                  <a:cubicBezTo>
                    <a:pt x="1179895" y="741260"/>
                    <a:pt x="1179895" y="741260"/>
                    <a:pt x="1179895" y="741260"/>
                  </a:cubicBezTo>
                  <a:cubicBezTo>
                    <a:pt x="115005" y="741260"/>
                    <a:pt x="115005" y="741260"/>
                    <a:pt x="115005" y="741260"/>
                  </a:cubicBezTo>
                  <a:cubicBezTo>
                    <a:pt x="822" y="49897"/>
                    <a:pt x="822" y="49897"/>
                    <a:pt x="822" y="49897"/>
                  </a:cubicBezTo>
                  <a:cubicBezTo>
                    <a:pt x="-4508" y="23116"/>
                    <a:pt x="16877" y="0"/>
                    <a:pt x="41859" y="0"/>
                  </a:cubicBezTo>
                  <a:lnTo>
                    <a:pt x="41859" y="0"/>
                  </a:lnTo>
                  <a:close/>
                </a:path>
              </a:pathLst>
            </a:custGeom>
            <a:solidFill>
              <a:srgbClr val="DEF0F4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6" name="Freeform 76"/>
            <p:cNvSpPr/>
            <p:nvPr/>
          </p:nvSpPr>
          <p:spPr>
            <a:xfrm>
              <a:off x="5775233" y="4716660"/>
              <a:ext cx="1066555" cy="65085"/>
            </a:xfrm>
            <a:custGeom>
              <a:avLst/>
              <a:gdLst/>
              <a:ahLst/>
              <a:cxnLst/>
              <a:rect l="l" t="t" r="r" b="b"/>
              <a:pathLst>
                <a:path w="1066555" h="65085">
                  <a:moveTo>
                    <a:pt x="1023787" y="65086"/>
                  </a:moveTo>
                  <a:cubicBezTo>
                    <a:pt x="42835" y="65086"/>
                    <a:pt x="42835" y="65086"/>
                    <a:pt x="42835" y="65086"/>
                  </a:cubicBezTo>
                  <a:cubicBezTo>
                    <a:pt x="17854" y="65086"/>
                    <a:pt x="0" y="47032"/>
                    <a:pt x="0" y="217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66556" y="0"/>
                    <a:pt x="1066556" y="0"/>
                    <a:pt x="1066556" y="0"/>
                  </a:cubicBezTo>
                  <a:cubicBezTo>
                    <a:pt x="1066556" y="21717"/>
                    <a:pt x="1066556" y="21717"/>
                    <a:pt x="1066556" y="21717"/>
                  </a:cubicBezTo>
                  <a:cubicBezTo>
                    <a:pt x="1066622" y="46966"/>
                    <a:pt x="1046970" y="65086"/>
                    <a:pt x="1023787" y="65086"/>
                  </a:cubicBezTo>
                  <a:lnTo>
                    <a:pt x="1023787" y="65086"/>
                  </a:lnTo>
                  <a:close/>
                </a:path>
              </a:pathLst>
            </a:custGeom>
            <a:solidFill>
              <a:srgbClr val="ADD3DB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77" name="Freeform 77"/>
          <p:cNvSpPr/>
          <p:nvPr/>
        </p:nvSpPr>
        <p:spPr>
          <a:xfrm>
            <a:off x="6063338" y="3937442"/>
            <a:ext cx="165381" cy="165381"/>
          </a:xfrm>
          <a:custGeom>
            <a:avLst/>
            <a:gdLst/>
            <a:ahLst/>
            <a:cxnLst/>
            <a:rect l="l" t="t" r="r" b="b"/>
            <a:pathLst>
              <a:path w="205050" h="205050">
                <a:moveTo>
                  <a:pt x="205050" y="102525"/>
                </a:moveTo>
                <a:cubicBezTo>
                  <a:pt x="205050" y="159148"/>
                  <a:pt x="159148" y="205051"/>
                  <a:pt x="102525" y="205051"/>
                </a:cubicBezTo>
                <a:cubicBezTo>
                  <a:pt x="45902" y="205051"/>
                  <a:pt x="0" y="159148"/>
                  <a:pt x="0" y="102525"/>
                </a:cubicBezTo>
                <a:cubicBezTo>
                  <a:pt x="0" y="45902"/>
                  <a:pt x="45902" y="0"/>
                  <a:pt x="102525" y="0"/>
                </a:cubicBezTo>
                <a:cubicBezTo>
                  <a:pt x="159148" y="0"/>
                  <a:pt x="205050" y="45902"/>
                  <a:pt x="205050" y="102525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8" name="TextBox 7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Visualizations</a:t>
            </a:r>
            <a:endParaRPr lang="en-US" sz="11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Model 1: Failure Classification with Random Forest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91847" y="3058443"/>
            <a:ext cx="5327053" cy="2523596"/>
            <a:chOff x="1152366" y="1015025"/>
            <a:chExt cx="4040519" cy="1914123"/>
          </a:xfrm>
        </p:grpSpPr>
        <p:grpSp>
          <p:nvGrpSpPr>
            <p:cNvPr id="3" name="Group 3"/>
            <p:cNvGrpSpPr/>
            <p:nvPr/>
          </p:nvGrpSpPr>
          <p:grpSpPr>
            <a:xfrm>
              <a:off x="2360592" y="1046443"/>
              <a:ext cx="1594548" cy="1835278"/>
              <a:chOff x="4223809" y="1429500"/>
              <a:chExt cx="3633074" cy="418156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059405" y="1466369"/>
                <a:ext cx="2549179" cy="2766007"/>
              </a:xfrm>
              <a:custGeom>
                <a:avLst/>
                <a:gdLst/>
                <a:ahLst/>
                <a:cxnLst/>
                <a:rect l="l" t="t" r="r" b="b"/>
                <a:pathLst>
                  <a:path w="2549179" h="2766007">
                    <a:moveTo>
                      <a:pt x="2134791" y="2723795"/>
                    </a:moveTo>
                    <a:cubicBezTo>
                      <a:pt x="1956324" y="2796623"/>
                      <a:pt x="1731343" y="2774600"/>
                      <a:pt x="1573738" y="2662498"/>
                    </a:cubicBezTo>
                    <a:cubicBezTo>
                      <a:pt x="1415352" y="2549838"/>
                      <a:pt x="1270104" y="2467006"/>
                      <a:pt x="1068865" y="2461031"/>
                    </a:cubicBezTo>
                    <a:cubicBezTo>
                      <a:pt x="943877" y="2457319"/>
                      <a:pt x="826705" y="2509599"/>
                      <a:pt x="707611" y="2539448"/>
                    </a:cubicBezTo>
                    <a:cubicBezTo>
                      <a:pt x="602911" y="2565688"/>
                      <a:pt x="522925" y="2649785"/>
                      <a:pt x="410068" y="2665254"/>
                    </a:cubicBezTo>
                    <a:cubicBezTo>
                      <a:pt x="261729" y="2685584"/>
                      <a:pt x="109374" y="2594372"/>
                      <a:pt x="42663" y="2460328"/>
                    </a:cubicBezTo>
                    <a:cubicBezTo>
                      <a:pt x="-24048" y="2326289"/>
                      <a:pt x="-9479" y="2159451"/>
                      <a:pt x="65158" y="2029659"/>
                    </a:cubicBezTo>
                    <a:cubicBezTo>
                      <a:pt x="119636" y="1934915"/>
                      <a:pt x="169738" y="1864192"/>
                      <a:pt x="108513" y="1758562"/>
                    </a:cubicBezTo>
                    <a:cubicBezTo>
                      <a:pt x="95179" y="1735553"/>
                      <a:pt x="78411" y="1714238"/>
                      <a:pt x="69277" y="1689258"/>
                    </a:cubicBezTo>
                    <a:cubicBezTo>
                      <a:pt x="60657" y="1665679"/>
                      <a:pt x="59324" y="1640056"/>
                      <a:pt x="60336" y="1614973"/>
                    </a:cubicBezTo>
                    <a:cubicBezTo>
                      <a:pt x="65856" y="1478104"/>
                      <a:pt x="169532" y="1375487"/>
                      <a:pt x="238618" y="1262463"/>
                    </a:cubicBezTo>
                    <a:cubicBezTo>
                      <a:pt x="254768" y="1236042"/>
                      <a:pt x="270992" y="1208627"/>
                      <a:pt x="275870" y="1178049"/>
                    </a:cubicBezTo>
                    <a:cubicBezTo>
                      <a:pt x="288274" y="1100245"/>
                      <a:pt x="226441" y="1032964"/>
                      <a:pt x="193480" y="961392"/>
                    </a:cubicBezTo>
                    <a:cubicBezTo>
                      <a:pt x="86683" y="729485"/>
                      <a:pt x="268935" y="465709"/>
                      <a:pt x="446312" y="326551"/>
                    </a:cubicBezTo>
                    <a:cubicBezTo>
                      <a:pt x="550961" y="244453"/>
                      <a:pt x="676394" y="211320"/>
                      <a:pt x="789259" y="144416"/>
                    </a:cubicBezTo>
                    <a:cubicBezTo>
                      <a:pt x="840656" y="113949"/>
                      <a:pt x="887518" y="76209"/>
                      <a:pt x="939531" y="46805"/>
                    </a:cubicBezTo>
                    <a:cubicBezTo>
                      <a:pt x="1030220" y="-4459"/>
                      <a:pt x="1129052" y="-6645"/>
                      <a:pt x="1229753" y="7474"/>
                    </a:cubicBezTo>
                    <a:cubicBezTo>
                      <a:pt x="1516607" y="47701"/>
                      <a:pt x="1842726" y="256214"/>
                      <a:pt x="1909206" y="556316"/>
                    </a:cubicBezTo>
                    <a:cubicBezTo>
                      <a:pt x="1954271" y="759741"/>
                      <a:pt x="1880483" y="996231"/>
                      <a:pt x="2082010" y="1138646"/>
                    </a:cubicBezTo>
                    <a:cubicBezTo>
                      <a:pt x="2142707" y="1181538"/>
                      <a:pt x="2219376" y="1207054"/>
                      <a:pt x="2260772" y="1268781"/>
                    </a:cubicBezTo>
                    <a:cubicBezTo>
                      <a:pt x="2348744" y="1399970"/>
                      <a:pt x="2219492" y="1594304"/>
                      <a:pt x="2299931" y="1730238"/>
                    </a:cubicBezTo>
                    <a:cubicBezTo>
                      <a:pt x="2317874" y="1760555"/>
                      <a:pt x="2344680" y="1784378"/>
                      <a:pt x="2369086" y="1809783"/>
                    </a:cubicBezTo>
                    <a:cubicBezTo>
                      <a:pt x="2497875" y="1943856"/>
                      <a:pt x="2564351" y="2135490"/>
                      <a:pt x="2546245" y="2320515"/>
                    </a:cubicBezTo>
                    <a:cubicBezTo>
                      <a:pt x="2541826" y="2365671"/>
                      <a:pt x="2532337" y="2411173"/>
                      <a:pt x="2510035" y="2450680"/>
                    </a:cubicBezTo>
                    <a:cubicBezTo>
                      <a:pt x="2479406" y="2504935"/>
                      <a:pt x="2427516" y="2543319"/>
                      <a:pt x="2376797" y="2579503"/>
                    </a:cubicBezTo>
                    <a:cubicBezTo>
                      <a:pt x="2300896" y="2633660"/>
                      <a:pt x="2223426" y="2687101"/>
                      <a:pt x="2137277" y="2722771"/>
                    </a:cubicBezTo>
                    <a:cubicBezTo>
                      <a:pt x="2136454" y="2723114"/>
                      <a:pt x="2135622" y="2723452"/>
                      <a:pt x="2134791" y="2723795"/>
                    </a:cubicBezTo>
                    <a:close/>
                  </a:path>
                </a:pathLst>
              </a:custGeom>
              <a:solidFill>
                <a:srgbClr val="0B2D4E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5062115" y="1429500"/>
                <a:ext cx="2392105" cy="2192895"/>
              </a:xfrm>
              <a:custGeom>
                <a:avLst/>
                <a:gdLst/>
                <a:ahLst/>
                <a:cxnLst/>
                <a:rect l="l" t="t" r="r" b="b"/>
                <a:pathLst>
                  <a:path w="2392105" h="2192895">
                    <a:moveTo>
                      <a:pt x="2392106" y="2000905"/>
                    </a:moveTo>
                    <a:cubicBezTo>
                      <a:pt x="2303029" y="1924375"/>
                      <a:pt x="2283926" y="1790562"/>
                      <a:pt x="2309699" y="1675986"/>
                    </a:cubicBezTo>
                    <a:cubicBezTo>
                      <a:pt x="2326565" y="1601007"/>
                      <a:pt x="2359847" y="1528076"/>
                      <a:pt x="2356882" y="1451280"/>
                    </a:cubicBezTo>
                    <a:cubicBezTo>
                      <a:pt x="2353165" y="1355126"/>
                      <a:pt x="2286326" y="1264446"/>
                      <a:pt x="2195577" y="1232445"/>
                    </a:cubicBezTo>
                    <a:cubicBezTo>
                      <a:pt x="2149294" y="1216123"/>
                      <a:pt x="2098365" y="1213963"/>
                      <a:pt x="2054062" y="1192853"/>
                    </a:cubicBezTo>
                    <a:cubicBezTo>
                      <a:pt x="1987025" y="1160912"/>
                      <a:pt x="1950172" y="1093468"/>
                      <a:pt x="1925693" y="1026585"/>
                    </a:cubicBezTo>
                    <a:cubicBezTo>
                      <a:pt x="1899037" y="953749"/>
                      <a:pt x="1910109" y="891564"/>
                      <a:pt x="1909779" y="815303"/>
                    </a:cubicBezTo>
                    <a:cubicBezTo>
                      <a:pt x="1909363" y="717795"/>
                      <a:pt x="1906902" y="620180"/>
                      <a:pt x="1896997" y="523118"/>
                    </a:cubicBezTo>
                    <a:cubicBezTo>
                      <a:pt x="1885574" y="411221"/>
                      <a:pt x="1818584" y="300310"/>
                      <a:pt x="1741800" y="219908"/>
                    </a:cubicBezTo>
                    <a:cubicBezTo>
                      <a:pt x="1730776" y="208366"/>
                      <a:pt x="1719285" y="197269"/>
                      <a:pt x="1707377" y="186634"/>
                    </a:cubicBezTo>
                    <a:cubicBezTo>
                      <a:pt x="1508011" y="8661"/>
                      <a:pt x="1126925" y="-69281"/>
                      <a:pt x="890671" y="75475"/>
                    </a:cubicBezTo>
                    <a:cubicBezTo>
                      <a:pt x="843599" y="104317"/>
                      <a:pt x="814341" y="144175"/>
                      <a:pt x="776987" y="182348"/>
                    </a:cubicBezTo>
                    <a:cubicBezTo>
                      <a:pt x="739006" y="221156"/>
                      <a:pt x="689792" y="252600"/>
                      <a:pt x="644044" y="281309"/>
                    </a:cubicBezTo>
                    <a:cubicBezTo>
                      <a:pt x="551307" y="339508"/>
                      <a:pt x="451622" y="385358"/>
                      <a:pt x="353690" y="433887"/>
                    </a:cubicBezTo>
                    <a:cubicBezTo>
                      <a:pt x="291102" y="464902"/>
                      <a:pt x="227537" y="498313"/>
                      <a:pt x="181545" y="550880"/>
                    </a:cubicBezTo>
                    <a:cubicBezTo>
                      <a:pt x="126116" y="614235"/>
                      <a:pt x="101632" y="700937"/>
                      <a:pt x="104101" y="785081"/>
                    </a:cubicBezTo>
                    <a:cubicBezTo>
                      <a:pt x="106566" y="869224"/>
                      <a:pt x="134217" y="951078"/>
                      <a:pt x="172780" y="1025904"/>
                    </a:cubicBezTo>
                    <a:cubicBezTo>
                      <a:pt x="200023" y="1078762"/>
                      <a:pt x="233027" y="1129318"/>
                      <a:pt x="250357" y="1186205"/>
                    </a:cubicBezTo>
                    <a:cubicBezTo>
                      <a:pt x="278595" y="1278904"/>
                      <a:pt x="224614" y="1366069"/>
                      <a:pt x="156179" y="1425541"/>
                    </a:cubicBezTo>
                    <a:cubicBezTo>
                      <a:pt x="104329" y="1470606"/>
                      <a:pt x="44728" y="1511853"/>
                      <a:pt x="16319" y="1574402"/>
                    </a:cubicBezTo>
                    <a:cubicBezTo>
                      <a:pt x="-7290" y="1626386"/>
                      <a:pt x="-5160" y="1689338"/>
                      <a:pt x="21912" y="1739607"/>
                    </a:cubicBezTo>
                    <a:cubicBezTo>
                      <a:pt x="47158" y="1786490"/>
                      <a:pt x="91633" y="1821093"/>
                      <a:pt x="115199" y="1868842"/>
                    </a:cubicBezTo>
                    <a:cubicBezTo>
                      <a:pt x="137825" y="1914692"/>
                      <a:pt x="138511" y="1970786"/>
                      <a:pt x="117016" y="2017176"/>
                    </a:cubicBezTo>
                    <a:cubicBezTo>
                      <a:pt x="89644" y="2076249"/>
                      <a:pt x="27305" y="2131100"/>
                      <a:pt x="47802" y="2192895"/>
                    </a:cubicBezTo>
                  </a:path>
                </a:pathLst>
              </a:custGeom>
              <a:noFill/>
              <a:ln w="17138" cap="flat">
                <a:solidFill>
                  <a:srgbClr val="0B2D4E"/>
                </a:solidFill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5437736" y="2503607"/>
                <a:ext cx="1383147" cy="1239566"/>
              </a:xfrm>
              <a:custGeom>
                <a:avLst/>
                <a:gdLst/>
                <a:ahLst/>
                <a:cxnLst/>
                <a:rect l="l" t="t" r="r" b="b"/>
                <a:pathLst>
                  <a:path w="1383147" h="1239566">
                    <a:moveTo>
                      <a:pt x="1378469" y="795052"/>
                    </a:moveTo>
                    <a:cubicBezTo>
                      <a:pt x="1389656" y="869251"/>
                      <a:pt x="1381195" y="945503"/>
                      <a:pt x="1348636" y="1013248"/>
                    </a:cubicBezTo>
                    <a:cubicBezTo>
                      <a:pt x="1260841" y="1195940"/>
                      <a:pt x="1043438" y="1231555"/>
                      <a:pt x="860115" y="1238704"/>
                    </a:cubicBezTo>
                    <a:cubicBezTo>
                      <a:pt x="792246" y="1241349"/>
                      <a:pt x="724048" y="1237950"/>
                      <a:pt x="656852" y="1227937"/>
                    </a:cubicBezTo>
                    <a:cubicBezTo>
                      <a:pt x="596991" y="1219018"/>
                      <a:pt x="543649" y="1228122"/>
                      <a:pt x="483152" y="1226742"/>
                    </a:cubicBezTo>
                    <a:cubicBezTo>
                      <a:pt x="363583" y="1224007"/>
                      <a:pt x="244678" y="1188722"/>
                      <a:pt x="143647" y="1124557"/>
                    </a:cubicBezTo>
                    <a:cubicBezTo>
                      <a:pt x="94509" y="1093349"/>
                      <a:pt x="48231" y="1053933"/>
                      <a:pt x="23019" y="1001465"/>
                    </a:cubicBezTo>
                    <a:cubicBezTo>
                      <a:pt x="-11644" y="929331"/>
                      <a:pt x="-1554" y="844103"/>
                      <a:pt x="16782" y="766205"/>
                    </a:cubicBezTo>
                    <a:cubicBezTo>
                      <a:pt x="27369" y="721234"/>
                      <a:pt x="40652" y="676348"/>
                      <a:pt x="63755" y="636336"/>
                    </a:cubicBezTo>
                    <a:cubicBezTo>
                      <a:pt x="88470" y="593529"/>
                      <a:pt x="123930" y="557148"/>
                      <a:pt x="144521" y="512215"/>
                    </a:cubicBezTo>
                    <a:cubicBezTo>
                      <a:pt x="183230" y="427746"/>
                      <a:pt x="151418" y="329021"/>
                      <a:pt x="185832" y="246163"/>
                    </a:cubicBezTo>
                    <a:cubicBezTo>
                      <a:pt x="212780" y="181282"/>
                      <a:pt x="280537" y="108043"/>
                      <a:pt x="336755" y="67482"/>
                    </a:cubicBezTo>
                    <a:cubicBezTo>
                      <a:pt x="413261" y="12288"/>
                      <a:pt x="511956" y="-5148"/>
                      <a:pt x="606078" y="1260"/>
                    </a:cubicBezTo>
                    <a:cubicBezTo>
                      <a:pt x="700195" y="7672"/>
                      <a:pt x="791278" y="36047"/>
                      <a:pt x="880951" y="65365"/>
                    </a:cubicBezTo>
                    <a:cubicBezTo>
                      <a:pt x="951549" y="88446"/>
                      <a:pt x="1012234" y="74160"/>
                      <a:pt x="1064016" y="132475"/>
                    </a:cubicBezTo>
                    <a:cubicBezTo>
                      <a:pt x="1105062" y="178702"/>
                      <a:pt x="1090733" y="254153"/>
                      <a:pt x="1103853" y="310166"/>
                    </a:cubicBezTo>
                    <a:cubicBezTo>
                      <a:pt x="1147967" y="498533"/>
                      <a:pt x="1348756" y="597940"/>
                      <a:pt x="1378469" y="795052"/>
                    </a:cubicBezTo>
                    <a:close/>
                  </a:path>
                </a:pathLst>
              </a:custGeom>
              <a:solidFill>
                <a:srgbClr val="061F33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4223809" y="4855098"/>
                <a:ext cx="1682835" cy="614928"/>
              </a:xfrm>
              <a:custGeom>
                <a:avLst/>
                <a:gdLst/>
                <a:ahLst/>
                <a:cxnLst/>
                <a:rect l="l" t="t" r="r" b="b"/>
                <a:pathLst>
                  <a:path w="1682835" h="614928">
                    <a:moveTo>
                      <a:pt x="1079123" y="194378"/>
                    </a:moveTo>
                    <a:cubicBezTo>
                      <a:pt x="872011" y="146025"/>
                      <a:pt x="676601" y="54278"/>
                      <a:pt x="465978" y="19766"/>
                    </a:cubicBezTo>
                    <a:cubicBezTo>
                      <a:pt x="332831" y="-2052"/>
                      <a:pt x="89684" y="-36282"/>
                      <a:pt x="18961" y="110522"/>
                    </a:cubicBezTo>
                    <a:cubicBezTo>
                      <a:pt x="-16563" y="184267"/>
                      <a:pt x="-1" y="276070"/>
                      <a:pt x="50560" y="338949"/>
                    </a:cubicBezTo>
                    <a:cubicBezTo>
                      <a:pt x="163991" y="480014"/>
                      <a:pt x="400498" y="517691"/>
                      <a:pt x="566680" y="553125"/>
                    </a:cubicBezTo>
                    <a:cubicBezTo>
                      <a:pt x="832089" y="609712"/>
                      <a:pt x="1101154" y="620727"/>
                      <a:pt x="1371663" y="612507"/>
                    </a:cubicBezTo>
                    <a:cubicBezTo>
                      <a:pt x="1448040" y="610188"/>
                      <a:pt x="1527893" y="604916"/>
                      <a:pt x="1593331" y="565465"/>
                    </a:cubicBezTo>
                    <a:cubicBezTo>
                      <a:pt x="1658769" y="526014"/>
                      <a:pt x="1703449" y="441455"/>
                      <a:pt x="1673145" y="371311"/>
                    </a:cubicBezTo>
                    <a:cubicBezTo>
                      <a:pt x="1626944" y="264356"/>
                      <a:pt x="1455935" y="266203"/>
                      <a:pt x="1358324" y="250040"/>
                    </a:cubicBezTo>
                    <a:cubicBezTo>
                      <a:pt x="1264687" y="234528"/>
                      <a:pt x="1171555" y="215960"/>
                      <a:pt x="1079123" y="194378"/>
                    </a:cubicBezTo>
                    <a:close/>
                  </a:path>
                </a:pathLst>
              </a:custGeom>
              <a:solidFill>
                <a:srgbClr val="F8A17A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4242765" y="3385577"/>
                <a:ext cx="1510585" cy="1580038"/>
              </a:xfrm>
              <a:custGeom>
                <a:avLst/>
                <a:gdLst/>
                <a:ahLst/>
                <a:cxnLst/>
                <a:rect l="l" t="t" r="r" b="b"/>
                <a:pathLst>
                  <a:path w="1510585" h="1580038">
                    <a:moveTo>
                      <a:pt x="1298198" y="742205"/>
                    </a:moveTo>
                    <a:cubicBezTo>
                      <a:pt x="1142925" y="922232"/>
                      <a:pt x="974376" y="1091346"/>
                      <a:pt x="811190" y="1264168"/>
                    </a:cubicBezTo>
                    <a:cubicBezTo>
                      <a:pt x="777513" y="1299833"/>
                      <a:pt x="743844" y="1335529"/>
                      <a:pt x="711556" y="1372464"/>
                    </a:cubicBezTo>
                    <a:cubicBezTo>
                      <a:pt x="695479" y="1390856"/>
                      <a:pt x="676653" y="1409502"/>
                      <a:pt x="663413" y="1430071"/>
                    </a:cubicBezTo>
                    <a:cubicBezTo>
                      <a:pt x="652560" y="1446933"/>
                      <a:pt x="628587" y="1480405"/>
                      <a:pt x="607576" y="1527532"/>
                    </a:cubicBezTo>
                    <a:cubicBezTo>
                      <a:pt x="413203" y="1469539"/>
                      <a:pt x="186452" y="1512174"/>
                      <a:pt x="0" y="1580039"/>
                    </a:cubicBezTo>
                    <a:cubicBezTo>
                      <a:pt x="21431" y="1434079"/>
                      <a:pt x="79613" y="1344457"/>
                      <a:pt x="96046" y="1307236"/>
                    </a:cubicBezTo>
                    <a:cubicBezTo>
                      <a:pt x="177879" y="1121894"/>
                      <a:pt x="311486" y="966278"/>
                      <a:pt x="437737" y="810189"/>
                    </a:cubicBezTo>
                    <a:cubicBezTo>
                      <a:pt x="590812" y="620943"/>
                      <a:pt x="751783" y="438074"/>
                      <a:pt x="898788" y="243959"/>
                    </a:cubicBezTo>
                    <a:cubicBezTo>
                      <a:pt x="1018323" y="86122"/>
                      <a:pt x="1219824" y="-91303"/>
                      <a:pt x="1418260" y="53765"/>
                    </a:cubicBezTo>
                    <a:cubicBezTo>
                      <a:pt x="1570962" y="165409"/>
                      <a:pt x="1502061" y="391196"/>
                      <a:pt x="1439820" y="533555"/>
                    </a:cubicBezTo>
                    <a:cubicBezTo>
                      <a:pt x="1406589" y="609580"/>
                      <a:pt x="1354357" y="677097"/>
                      <a:pt x="1298198" y="742205"/>
                    </a:cubicBezTo>
                    <a:close/>
                  </a:path>
                </a:pathLst>
              </a:custGeom>
              <a:solidFill>
                <a:srgbClr val="8070F2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6174048" y="4855098"/>
                <a:ext cx="1682835" cy="614928"/>
              </a:xfrm>
              <a:custGeom>
                <a:avLst/>
                <a:gdLst/>
                <a:ahLst/>
                <a:cxnLst/>
                <a:rect l="l" t="t" r="r" b="b"/>
                <a:pathLst>
                  <a:path w="1682835" h="614928">
                    <a:moveTo>
                      <a:pt x="603709" y="194378"/>
                    </a:moveTo>
                    <a:cubicBezTo>
                      <a:pt x="810821" y="146025"/>
                      <a:pt x="1006235" y="54278"/>
                      <a:pt x="1216857" y="19766"/>
                    </a:cubicBezTo>
                    <a:cubicBezTo>
                      <a:pt x="1350005" y="-2052"/>
                      <a:pt x="1593151" y="-36282"/>
                      <a:pt x="1663874" y="110522"/>
                    </a:cubicBezTo>
                    <a:cubicBezTo>
                      <a:pt x="1699399" y="184267"/>
                      <a:pt x="1682836" y="276070"/>
                      <a:pt x="1632276" y="338949"/>
                    </a:cubicBezTo>
                    <a:cubicBezTo>
                      <a:pt x="1518845" y="480014"/>
                      <a:pt x="1282338" y="517691"/>
                      <a:pt x="1116156" y="553125"/>
                    </a:cubicBezTo>
                    <a:cubicBezTo>
                      <a:pt x="850747" y="609712"/>
                      <a:pt x="581682" y="620727"/>
                      <a:pt x="311173" y="612507"/>
                    </a:cubicBezTo>
                    <a:cubicBezTo>
                      <a:pt x="234795" y="610188"/>
                      <a:pt x="154943" y="604916"/>
                      <a:pt x="89505" y="565465"/>
                    </a:cubicBezTo>
                    <a:cubicBezTo>
                      <a:pt x="24067" y="526014"/>
                      <a:pt x="-20614" y="441455"/>
                      <a:pt x="9690" y="371311"/>
                    </a:cubicBezTo>
                    <a:cubicBezTo>
                      <a:pt x="55892" y="264356"/>
                      <a:pt x="226901" y="266203"/>
                      <a:pt x="324511" y="250040"/>
                    </a:cubicBezTo>
                    <a:cubicBezTo>
                      <a:pt x="418144" y="234528"/>
                      <a:pt x="511276" y="215960"/>
                      <a:pt x="603709" y="194378"/>
                    </a:cubicBezTo>
                    <a:close/>
                  </a:path>
                </a:pathLst>
              </a:custGeom>
              <a:solidFill>
                <a:srgbClr val="F8A17A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6327330" y="3385577"/>
                <a:ext cx="1510587" cy="1580038"/>
              </a:xfrm>
              <a:custGeom>
                <a:avLst/>
                <a:gdLst/>
                <a:ahLst/>
                <a:cxnLst/>
                <a:rect l="l" t="t" r="r" b="b"/>
                <a:pathLst>
                  <a:path w="1510587" h="1580038">
                    <a:moveTo>
                      <a:pt x="212390" y="742205"/>
                    </a:moveTo>
                    <a:cubicBezTo>
                      <a:pt x="367663" y="922232"/>
                      <a:pt x="536212" y="1091346"/>
                      <a:pt x="699398" y="1264168"/>
                    </a:cubicBezTo>
                    <a:cubicBezTo>
                      <a:pt x="733075" y="1299833"/>
                      <a:pt x="766743" y="1335529"/>
                      <a:pt x="799032" y="1372464"/>
                    </a:cubicBezTo>
                    <a:cubicBezTo>
                      <a:pt x="815109" y="1390856"/>
                      <a:pt x="833935" y="1409502"/>
                      <a:pt x="847175" y="1430071"/>
                    </a:cubicBezTo>
                    <a:cubicBezTo>
                      <a:pt x="858028" y="1446933"/>
                      <a:pt x="882001" y="1480405"/>
                      <a:pt x="903012" y="1527532"/>
                    </a:cubicBezTo>
                    <a:cubicBezTo>
                      <a:pt x="1097385" y="1469539"/>
                      <a:pt x="1324136" y="1512174"/>
                      <a:pt x="1510588" y="1580039"/>
                    </a:cubicBezTo>
                    <a:cubicBezTo>
                      <a:pt x="1489157" y="1434079"/>
                      <a:pt x="1430975" y="1344457"/>
                      <a:pt x="1414542" y="1307236"/>
                    </a:cubicBezTo>
                    <a:cubicBezTo>
                      <a:pt x="1332709" y="1121894"/>
                      <a:pt x="1199106" y="966278"/>
                      <a:pt x="1072850" y="810189"/>
                    </a:cubicBezTo>
                    <a:cubicBezTo>
                      <a:pt x="919775" y="620943"/>
                      <a:pt x="758805" y="438074"/>
                      <a:pt x="611800" y="243959"/>
                    </a:cubicBezTo>
                    <a:cubicBezTo>
                      <a:pt x="492265" y="86122"/>
                      <a:pt x="290764" y="-91303"/>
                      <a:pt x="92328" y="53765"/>
                    </a:cubicBezTo>
                    <a:cubicBezTo>
                      <a:pt x="-60379" y="165409"/>
                      <a:pt x="8527" y="391196"/>
                      <a:pt x="70768" y="533555"/>
                    </a:cubicBezTo>
                    <a:cubicBezTo>
                      <a:pt x="104003" y="609580"/>
                      <a:pt x="156235" y="677097"/>
                      <a:pt x="212390" y="742205"/>
                    </a:cubicBezTo>
                    <a:close/>
                  </a:path>
                </a:pathLst>
              </a:custGeom>
              <a:solidFill>
                <a:srgbClr val="8070F2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5200664" y="3241674"/>
                <a:ext cx="1685892" cy="2369386"/>
                <a:chOff x="5200664" y="3241674"/>
                <a:chExt cx="1685892" cy="2369386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5200664" y="3301063"/>
                  <a:ext cx="1685892" cy="2309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5892" h="2309997">
                      <a:moveTo>
                        <a:pt x="1516194" y="2287898"/>
                      </a:moveTo>
                      <a:cubicBezTo>
                        <a:pt x="1594122" y="2218645"/>
                        <a:pt x="1520378" y="2015657"/>
                        <a:pt x="1507322" y="1939661"/>
                      </a:cubicBezTo>
                      <a:cubicBezTo>
                        <a:pt x="1482414" y="1794717"/>
                        <a:pt x="1473760" y="1636045"/>
                        <a:pt x="1522971" y="1495053"/>
                      </a:cubicBezTo>
                      <a:cubicBezTo>
                        <a:pt x="1593608" y="1292665"/>
                        <a:pt x="1680267" y="1133002"/>
                        <a:pt x="1685535" y="907563"/>
                      </a:cubicBezTo>
                      <a:cubicBezTo>
                        <a:pt x="1690044" y="714553"/>
                        <a:pt x="1651147" y="524436"/>
                        <a:pt x="1612450" y="336433"/>
                      </a:cubicBezTo>
                      <a:cubicBezTo>
                        <a:pt x="1574123" y="150225"/>
                        <a:pt x="1556764" y="96162"/>
                        <a:pt x="1374448" y="67770"/>
                      </a:cubicBezTo>
                      <a:cubicBezTo>
                        <a:pt x="1309464" y="57650"/>
                        <a:pt x="1245307" y="40051"/>
                        <a:pt x="1180478" y="28542"/>
                      </a:cubicBezTo>
                      <a:cubicBezTo>
                        <a:pt x="1070501" y="9014"/>
                        <a:pt x="959020" y="245"/>
                        <a:pt x="847303" y="0"/>
                      </a:cubicBezTo>
                      <a:cubicBezTo>
                        <a:pt x="845850" y="-4"/>
                        <a:pt x="844397" y="35"/>
                        <a:pt x="842949" y="35"/>
                      </a:cubicBezTo>
                      <a:cubicBezTo>
                        <a:pt x="841496" y="35"/>
                        <a:pt x="840043" y="0"/>
                        <a:pt x="838590" y="69"/>
                      </a:cubicBezTo>
                      <a:cubicBezTo>
                        <a:pt x="726877" y="245"/>
                        <a:pt x="615392" y="9014"/>
                        <a:pt x="505415" y="28542"/>
                      </a:cubicBezTo>
                      <a:cubicBezTo>
                        <a:pt x="440585" y="40051"/>
                        <a:pt x="376429" y="57650"/>
                        <a:pt x="311445" y="67770"/>
                      </a:cubicBezTo>
                      <a:cubicBezTo>
                        <a:pt x="129129" y="96162"/>
                        <a:pt x="111770" y="150225"/>
                        <a:pt x="73442" y="336433"/>
                      </a:cubicBezTo>
                      <a:cubicBezTo>
                        <a:pt x="34746" y="524436"/>
                        <a:pt x="-4151" y="714553"/>
                        <a:pt x="358" y="907563"/>
                      </a:cubicBezTo>
                      <a:cubicBezTo>
                        <a:pt x="5625" y="1133002"/>
                        <a:pt x="92284" y="1292661"/>
                        <a:pt x="162926" y="1495057"/>
                      </a:cubicBezTo>
                      <a:cubicBezTo>
                        <a:pt x="237889" y="1709837"/>
                        <a:pt x="181023" y="1929752"/>
                        <a:pt x="123772" y="2139054"/>
                      </a:cubicBezTo>
                      <a:cubicBezTo>
                        <a:pt x="115152" y="2170566"/>
                        <a:pt x="112259" y="2207346"/>
                        <a:pt x="132417" y="2233060"/>
                      </a:cubicBezTo>
                      <a:cubicBezTo>
                        <a:pt x="144886" y="2248966"/>
                        <a:pt x="164174" y="2257855"/>
                        <a:pt x="183239" y="2264555"/>
                      </a:cubicBezTo>
                      <a:cubicBezTo>
                        <a:pt x="247357" y="2287080"/>
                        <a:pt x="316289" y="2291095"/>
                        <a:pt x="384174" y="2294276"/>
                      </a:cubicBezTo>
                      <a:cubicBezTo>
                        <a:pt x="735775" y="2310752"/>
                        <a:pt x="1087920" y="2310396"/>
                        <a:pt x="1439903" y="2309792"/>
                      </a:cubicBezTo>
                      <a:cubicBezTo>
                        <a:pt x="1457357" y="2309762"/>
                        <a:pt x="1475312" y="2309638"/>
                        <a:pt x="1491488" y="2303084"/>
                      </a:cubicBezTo>
                      <a:cubicBezTo>
                        <a:pt x="1501042" y="2299218"/>
                        <a:pt x="1509225" y="2294092"/>
                        <a:pt x="1516194" y="2287898"/>
                      </a:cubicBezTo>
                      <a:close/>
                    </a:path>
                  </a:pathLst>
                </a:custGeom>
                <a:solidFill>
                  <a:srgbClr val="9B87FF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5492164" y="3241674"/>
                  <a:ext cx="1166599" cy="636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6599" h="636598">
                      <a:moveTo>
                        <a:pt x="1128411" y="166250"/>
                      </a:moveTo>
                      <a:cubicBezTo>
                        <a:pt x="1139671" y="131612"/>
                        <a:pt x="1182041" y="54396"/>
                        <a:pt x="1160661" y="24147"/>
                      </a:cubicBezTo>
                      <a:cubicBezTo>
                        <a:pt x="1139161" y="-6272"/>
                        <a:pt x="1059381" y="256"/>
                        <a:pt x="1028220" y="1302"/>
                      </a:cubicBezTo>
                      <a:cubicBezTo>
                        <a:pt x="685479" y="12819"/>
                        <a:pt x="342741" y="24336"/>
                        <a:pt x="0" y="35853"/>
                      </a:cubicBezTo>
                      <a:cubicBezTo>
                        <a:pt x="19833" y="109337"/>
                        <a:pt x="20643" y="177848"/>
                        <a:pt x="48842" y="250534"/>
                      </a:cubicBezTo>
                      <a:cubicBezTo>
                        <a:pt x="72764" y="312188"/>
                        <a:pt x="104610" y="370991"/>
                        <a:pt x="145116" y="423360"/>
                      </a:cubicBezTo>
                      <a:cubicBezTo>
                        <a:pt x="226156" y="528138"/>
                        <a:pt x="340547" y="601527"/>
                        <a:pt x="470914" y="627090"/>
                      </a:cubicBezTo>
                      <a:cubicBezTo>
                        <a:pt x="691703" y="670385"/>
                        <a:pt x="935620" y="562710"/>
                        <a:pt x="1047384" y="367438"/>
                      </a:cubicBezTo>
                      <a:cubicBezTo>
                        <a:pt x="1083371" y="304575"/>
                        <a:pt x="1106016" y="235134"/>
                        <a:pt x="1128411" y="166250"/>
                      </a:cubicBezTo>
                      <a:close/>
                    </a:path>
                  </a:pathLst>
                </a:custGeom>
                <a:solidFill>
                  <a:srgbClr val="9B87FF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14" name="Freeform 14"/>
              <p:cNvSpPr/>
              <p:nvPr/>
            </p:nvSpPr>
            <p:spPr>
              <a:xfrm>
                <a:off x="5722787" y="2775098"/>
                <a:ext cx="692012" cy="999234"/>
              </a:xfrm>
              <a:custGeom>
                <a:avLst/>
                <a:gdLst/>
                <a:ahLst/>
                <a:cxnLst/>
                <a:rect l="l" t="t" r="r" b="b"/>
                <a:pathLst>
                  <a:path w="692012" h="999234">
                    <a:moveTo>
                      <a:pt x="63855" y="889113"/>
                    </a:moveTo>
                    <a:cubicBezTo>
                      <a:pt x="171230" y="1011190"/>
                      <a:pt x="377622" y="1020890"/>
                      <a:pt x="522085" y="970942"/>
                    </a:cubicBezTo>
                    <a:cubicBezTo>
                      <a:pt x="620416" y="936944"/>
                      <a:pt x="689905" y="859418"/>
                      <a:pt x="691975" y="752836"/>
                    </a:cubicBezTo>
                    <a:cubicBezTo>
                      <a:pt x="694290" y="633674"/>
                      <a:pt x="589783" y="549012"/>
                      <a:pt x="563371" y="437969"/>
                    </a:cubicBezTo>
                    <a:cubicBezTo>
                      <a:pt x="548395" y="375012"/>
                      <a:pt x="549865" y="310153"/>
                      <a:pt x="551416" y="246095"/>
                    </a:cubicBezTo>
                    <a:cubicBezTo>
                      <a:pt x="553225" y="171329"/>
                      <a:pt x="553748" y="96367"/>
                      <a:pt x="557370" y="21722"/>
                    </a:cubicBezTo>
                    <a:cubicBezTo>
                      <a:pt x="483381" y="6082"/>
                      <a:pt x="423356" y="-1762"/>
                      <a:pt x="344780" y="1483"/>
                    </a:cubicBezTo>
                    <a:cubicBezTo>
                      <a:pt x="279758" y="4170"/>
                      <a:pt x="214804" y="-2624"/>
                      <a:pt x="149816" y="1195"/>
                    </a:cubicBezTo>
                    <a:cubicBezTo>
                      <a:pt x="144587" y="1504"/>
                      <a:pt x="138912" y="2040"/>
                      <a:pt x="135208" y="5512"/>
                    </a:cubicBezTo>
                    <a:cubicBezTo>
                      <a:pt x="131488" y="9005"/>
                      <a:pt x="130806" y="14483"/>
                      <a:pt x="130370" y="19536"/>
                    </a:cubicBezTo>
                    <a:cubicBezTo>
                      <a:pt x="121655" y="120482"/>
                      <a:pt x="130219" y="222717"/>
                      <a:pt x="123387" y="323856"/>
                    </a:cubicBezTo>
                    <a:cubicBezTo>
                      <a:pt x="117112" y="416790"/>
                      <a:pt x="96285" y="510355"/>
                      <a:pt x="41863" y="587340"/>
                    </a:cubicBezTo>
                    <a:cubicBezTo>
                      <a:pt x="-24471" y="681175"/>
                      <a:pt x="-8137" y="807259"/>
                      <a:pt x="63855" y="889113"/>
                    </a:cubicBezTo>
                    <a:close/>
                  </a:path>
                </a:pathLst>
              </a:custGeom>
              <a:solidFill>
                <a:srgbClr val="F8A17A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5984201" y="1669785"/>
                <a:ext cx="1345906" cy="2118132"/>
              </a:xfrm>
              <a:custGeom>
                <a:avLst/>
                <a:gdLst/>
                <a:ahLst/>
                <a:cxnLst/>
                <a:rect l="l" t="t" r="r" b="b"/>
                <a:pathLst>
                  <a:path w="1345906" h="2118132">
                    <a:moveTo>
                      <a:pt x="0" y="44689"/>
                    </a:moveTo>
                    <a:cubicBezTo>
                      <a:pt x="54101" y="16635"/>
                      <a:pt x="115004" y="3112"/>
                      <a:pt x="175869" y="540"/>
                    </a:cubicBezTo>
                    <a:cubicBezTo>
                      <a:pt x="236910" y="-2199"/>
                      <a:pt x="298057" y="5692"/>
                      <a:pt x="357529" y="19284"/>
                    </a:cubicBezTo>
                    <a:cubicBezTo>
                      <a:pt x="476910" y="45730"/>
                      <a:pt x="588909" y="106625"/>
                      <a:pt x="675667" y="193619"/>
                    </a:cubicBezTo>
                    <a:cubicBezTo>
                      <a:pt x="762794" y="279978"/>
                      <a:pt x="823611" y="394395"/>
                      <a:pt x="840833" y="516879"/>
                    </a:cubicBezTo>
                    <a:cubicBezTo>
                      <a:pt x="849243" y="578263"/>
                      <a:pt x="846208" y="639560"/>
                      <a:pt x="847460" y="699932"/>
                    </a:cubicBezTo>
                    <a:cubicBezTo>
                      <a:pt x="848635" y="759948"/>
                      <a:pt x="853457" y="821237"/>
                      <a:pt x="878385" y="874652"/>
                    </a:cubicBezTo>
                    <a:cubicBezTo>
                      <a:pt x="903666" y="927965"/>
                      <a:pt x="947416" y="971188"/>
                      <a:pt x="995807" y="1006030"/>
                    </a:cubicBezTo>
                    <a:cubicBezTo>
                      <a:pt x="1044490" y="1041220"/>
                      <a:pt x="1098386" y="1069394"/>
                      <a:pt x="1150391" y="1101536"/>
                    </a:cubicBezTo>
                    <a:cubicBezTo>
                      <a:pt x="1175993" y="1117589"/>
                      <a:pt x="1203566" y="1134356"/>
                      <a:pt x="1222494" y="1161283"/>
                    </a:cubicBezTo>
                    <a:cubicBezTo>
                      <a:pt x="1241589" y="1188548"/>
                      <a:pt x="1245674" y="1221877"/>
                      <a:pt x="1246090" y="1252486"/>
                    </a:cubicBezTo>
                    <a:cubicBezTo>
                      <a:pt x="1246441" y="1283569"/>
                      <a:pt x="1242524" y="1314683"/>
                      <a:pt x="1234358" y="1344653"/>
                    </a:cubicBezTo>
                    <a:cubicBezTo>
                      <a:pt x="1226480" y="1374849"/>
                      <a:pt x="1212374" y="1402778"/>
                      <a:pt x="1200797" y="1430279"/>
                    </a:cubicBezTo>
                    <a:cubicBezTo>
                      <a:pt x="1188984" y="1457835"/>
                      <a:pt x="1181475" y="1486540"/>
                      <a:pt x="1184480" y="1515948"/>
                    </a:cubicBezTo>
                    <a:cubicBezTo>
                      <a:pt x="1187073" y="1545271"/>
                      <a:pt x="1197085" y="1573830"/>
                      <a:pt x="1209618" y="1601052"/>
                    </a:cubicBezTo>
                    <a:cubicBezTo>
                      <a:pt x="1235383" y="1655590"/>
                      <a:pt x="1267097" y="1707775"/>
                      <a:pt x="1293277" y="1762939"/>
                    </a:cubicBezTo>
                    <a:cubicBezTo>
                      <a:pt x="1319415" y="1817953"/>
                      <a:pt x="1339573" y="1876966"/>
                      <a:pt x="1344223" y="1938084"/>
                    </a:cubicBezTo>
                    <a:cubicBezTo>
                      <a:pt x="1349646" y="1998927"/>
                      <a:pt x="1341909" y="2060752"/>
                      <a:pt x="1321849" y="2118132"/>
                    </a:cubicBezTo>
                    <a:cubicBezTo>
                      <a:pt x="1340580" y="2060298"/>
                      <a:pt x="1346796" y="1998619"/>
                      <a:pt x="1340036" y="1938496"/>
                    </a:cubicBezTo>
                    <a:cubicBezTo>
                      <a:pt x="1334018" y="1878085"/>
                      <a:pt x="1312853" y="1820559"/>
                      <a:pt x="1285703" y="1766608"/>
                    </a:cubicBezTo>
                    <a:cubicBezTo>
                      <a:pt x="1258906" y="1712306"/>
                      <a:pt x="1226729" y="1660721"/>
                      <a:pt x="1199781" y="1605660"/>
                    </a:cubicBezTo>
                    <a:cubicBezTo>
                      <a:pt x="1186618" y="1577975"/>
                      <a:pt x="1175693" y="1548442"/>
                      <a:pt x="1172487" y="1517059"/>
                    </a:cubicBezTo>
                    <a:cubicBezTo>
                      <a:pt x="1168762" y="1485550"/>
                      <a:pt x="1176777" y="1453493"/>
                      <a:pt x="1188551" y="1425286"/>
                    </a:cubicBezTo>
                    <a:cubicBezTo>
                      <a:pt x="1200180" y="1396692"/>
                      <a:pt x="1213313" y="1369830"/>
                      <a:pt x="1220445" y="1340911"/>
                    </a:cubicBezTo>
                    <a:cubicBezTo>
                      <a:pt x="1228006" y="1312163"/>
                      <a:pt x="1231714" y="1282399"/>
                      <a:pt x="1231225" y="1252700"/>
                    </a:cubicBezTo>
                    <a:cubicBezTo>
                      <a:pt x="1230749" y="1223189"/>
                      <a:pt x="1226442" y="1193095"/>
                      <a:pt x="1209983" y="1170014"/>
                    </a:cubicBezTo>
                    <a:cubicBezTo>
                      <a:pt x="1193588" y="1146692"/>
                      <a:pt x="1167819" y="1130653"/>
                      <a:pt x="1142191" y="1114862"/>
                    </a:cubicBezTo>
                    <a:cubicBezTo>
                      <a:pt x="1090705" y="1083316"/>
                      <a:pt x="1036360" y="1055258"/>
                      <a:pt x="986215" y="1019374"/>
                    </a:cubicBezTo>
                    <a:cubicBezTo>
                      <a:pt x="936353" y="983720"/>
                      <a:pt x="890194" y="939066"/>
                      <a:pt x="862861" y="881999"/>
                    </a:cubicBezTo>
                    <a:cubicBezTo>
                      <a:pt x="836329" y="824251"/>
                      <a:pt x="832098" y="760990"/>
                      <a:pt x="831069" y="700219"/>
                    </a:cubicBezTo>
                    <a:cubicBezTo>
                      <a:pt x="830105" y="639162"/>
                      <a:pt x="833281" y="578395"/>
                      <a:pt x="825369" y="519039"/>
                    </a:cubicBezTo>
                    <a:cubicBezTo>
                      <a:pt x="809321" y="399890"/>
                      <a:pt x="750081" y="288803"/>
                      <a:pt x="666297" y="202869"/>
                    </a:cubicBezTo>
                    <a:cubicBezTo>
                      <a:pt x="582394" y="116526"/>
                      <a:pt x="473249" y="55301"/>
                      <a:pt x="355574" y="27415"/>
                    </a:cubicBezTo>
                    <a:cubicBezTo>
                      <a:pt x="296990" y="12602"/>
                      <a:pt x="236605" y="3395"/>
                      <a:pt x="176006" y="4719"/>
                    </a:cubicBezTo>
                    <a:cubicBezTo>
                      <a:pt x="115579" y="5894"/>
                      <a:pt x="54744" y="17891"/>
                      <a:pt x="0" y="44689"/>
                    </a:cubicBezTo>
                    <a:close/>
                  </a:path>
                </a:pathLst>
              </a:custGeom>
              <a:solidFill>
                <a:srgbClr val="73B8D4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833881" y="2774258"/>
                <a:ext cx="447998" cy="499623"/>
              </a:xfrm>
              <a:custGeom>
                <a:avLst/>
                <a:gdLst/>
                <a:ahLst/>
                <a:cxnLst/>
                <a:rect l="l" t="t" r="r" b="b"/>
                <a:pathLst>
                  <a:path w="447998" h="499623">
                    <a:moveTo>
                      <a:pt x="447999" y="423837"/>
                    </a:moveTo>
                    <a:cubicBezTo>
                      <a:pt x="436327" y="365325"/>
                      <a:pt x="437519" y="305378"/>
                      <a:pt x="438955" y="246095"/>
                    </a:cubicBezTo>
                    <a:cubicBezTo>
                      <a:pt x="440764" y="171330"/>
                      <a:pt x="441287" y="96371"/>
                      <a:pt x="444909" y="21722"/>
                    </a:cubicBezTo>
                    <a:cubicBezTo>
                      <a:pt x="370919" y="6082"/>
                      <a:pt x="310895" y="-1762"/>
                      <a:pt x="232315" y="1482"/>
                    </a:cubicBezTo>
                    <a:cubicBezTo>
                      <a:pt x="167292" y="4170"/>
                      <a:pt x="102343" y="-2624"/>
                      <a:pt x="37346" y="1195"/>
                    </a:cubicBezTo>
                    <a:cubicBezTo>
                      <a:pt x="32117" y="1504"/>
                      <a:pt x="26446" y="2040"/>
                      <a:pt x="22743" y="5512"/>
                    </a:cubicBezTo>
                    <a:cubicBezTo>
                      <a:pt x="19022" y="9005"/>
                      <a:pt x="18345" y="14483"/>
                      <a:pt x="17908" y="19536"/>
                    </a:cubicBezTo>
                    <a:cubicBezTo>
                      <a:pt x="9190" y="120482"/>
                      <a:pt x="17758" y="222722"/>
                      <a:pt x="10926" y="323860"/>
                    </a:cubicBezTo>
                    <a:cubicBezTo>
                      <a:pt x="8967" y="352827"/>
                      <a:pt x="5358" y="381793"/>
                      <a:pt x="0" y="410357"/>
                    </a:cubicBezTo>
                    <a:cubicBezTo>
                      <a:pt x="10210" y="419289"/>
                      <a:pt x="20596" y="427857"/>
                      <a:pt x="31281" y="435761"/>
                    </a:cubicBezTo>
                    <a:cubicBezTo>
                      <a:pt x="111537" y="495113"/>
                      <a:pt x="219726" y="514825"/>
                      <a:pt x="315777" y="487586"/>
                    </a:cubicBezTo>
                    <a:cubicBezTo>
                      <a:pt x="364623" y="473724"/>
                      <a:pt x="408553" y="451852"/>
                      <a:pt x="447999" y="423837"/>
                    </a:cubicBezTo>
                    <a:close/>
                  </a:path>
                </a:pathLst>
              </a:custGeom>
              <a:solidFill>
                <a:srgbClr val="E5785C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5569695" y="1814998"/>
                <a:ext cx="986488" cy="1345460"/>
              </a:xfrm>
              <a:custGeom>
                <a:avLst/>
                <a:gdLst/>
                <a:ahLst/>
                <a:cxnLst/>
                <a:rect l="l" t="t" r="r" b="b"/>
                <a:pathLst>
                  <a:path w="986488" h="1345460">
                    <a:moveTo>
                      <a:pt x="986257" y="580900"/>
                    </a:moveTo>
                    <a:cubicBezTo>
                      <a:pt x="984246" y="481891"/>
                      <a:pt x="969236" y="388164"/>
                      <a:pt x="942640" y="310531"/>
                    </a:cubicBezTo>
                    <a:cubicBezTo>
                      <a:pt x="827897" y="-24409"/>
                      <a:pt x="406914" y="-101527"/>
                      <a:pt x="157587" y="143655"/>
                    </a:cubicBezTo>
                    <a:cubicBezTo>
                      <a:pt x="-120449" y="417079"/>
                      <a:pt x="-3336" y="1059605"/>
                      <a:pt x="296831" y="1281598"/>
                    </a:cubicBezTo>
                    <a:cubicBezTo>
                      <a:pt x="377086" y="1340950"/>
                      <a:pt x="485280" y="1360663"/>
                      <a:pt x="581326" y="1333423"/>
                    </a:cubicBezTo>
                    <a:cubicBezTo>
                      <a:pt x="871938" y="1250999"/>
                      <a:pt x="992532" y="890191"/>
                      <a:pt x="986257" y="580900"/>
                    </a:cubicBezTo>
                    <a:close/>
                  </a:path>
                </a:pathLst>
              </a:custGeom>
              <a:solidFill>
                <a:srgbClr val="F8A17A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5554556" y="1762818"/>
                <a:ext cx="1026457" cy="920545"/>
              </a:xfrm>
              <a:custGeom>
                <a:avLst/>
                <a:gdLst/>
                <a:ahLst/>
                <a:cxnLst/>
                <a:rect l="l" t="t" r="r" b="b"/>
                <a:pathLst>
                  <a:path w="1026457" h="920545">
                    <a:moveTo>
                      <a:pt x="1000929" y="342468"/>
                    </a:moveTo>
                    <a:cubicBezTo>
                      <a:pt x="910566" y="142"/>
                      <a:pt x="496223" y="-107048"/>
                      <a:pt x="229910" y="119566"/>
                    </a:cubicBezTo>
                    <a:cubicBezTo>
                      <a:pt x="187425" y="155720"/>
                      <a:pt x="157965" y="198861"/>
                      <a:pt x="127670" y="244964"/>
                    </a:cubicBezTo>
                    <a:cubicBezTo>
                      <a:pt x="101956" y="284089"/>
                      <a:pt x="66184" y="313694"/>
                      <a:pt x="43513" y="356690"/>
                    </a:cubicBezTo>
                    <a:cubicBezTo>
                      <a:pt x="20218" y="400872"/>
                      <a:pt x="5692" y="449701"/>
                      <a:pt x="870" y="499409"/>
                    </a:cubicBezTo>
                    <a:cubicBezTo>
                      <a:pt x="-3828" y="547818"/>
                      <a:pt x="11980" y="590140"/>
                      <a:pt x="13218" y="636659"/>
                    </a:cubicBezTo>
                    <a:cubicBezTo>
                      <a:pt x="11928" y="588109"/>
                      <a:pt x="33030" y="539417"/>
                      <a:pt x="69338" y="507158"/>
                    </a:cubicBezTo>
                    <a:cubicBezTo>
                      <a:pt x="97572" y="482075"/>
                      <a:pt x="133237" y="467365"/>
                      <a:pt x="166100" y="448754"/>
                    </a:cubicBezTo>
                    <a:cubicBezTo>
                      <a:pt x="198963" y="430143"/>
                      <a:pt x="231093" y="405128"/>
                      <a:pt x="243463" y="369446"/>
                    </a:cubicBezTo>
                    <a:cubicBezTo>
                      <a:pt x="349415" y="508324"/>
                      <a:pt x="513822" y="550857"/>
                      <a:pt x="675568" y="590933"/>
                    </a:cubicBezTo>
                    <a:cubicBezTo>
                      <a:pt x="811288" y="624559"/>
                      <a:pt x="960223" y="710117"/>
                      <a:pt x="963291" y="868609"/>
                    </a:cubicBezTo>
                    <a:cubicBezTo>
                      <a:pt x="963682" y="888712"/>
                      <a:pt x="965066" y="894284"/>
                      <a:pt x="973720" y="920546"/>
                    </a:cubicBezTo>
                    <a:cubicBezTo>
                      <a:pt x="983244" y="896719"/>
                      <a:pt x="986729" y="879261"/>
                      <a:pt x="989609" y="853826"/>
                    </a:cubicBezTo>
                    <a:cubicBezTo>
                      <a:pt x="992532" y="827988"/>
                      <a:pt x="1000029" y="802250"/>
                      <a:pt x="1005086" y="776412"/>
                    </a:cubicBezTo>
                    <a:cubicBezTo>
                      <a:pt x="1015498" y="723263"/>
                      <a:pt x="1022188" y="669359"/>
                      <a:pt x="1024984" y="615266"/>
                    </a:cubicBezTo>
                    <a:cubicBezTo>
                      <a:pt x="1030097" y="516374"/>
                      <a:pt x="1021867" y="421806"/>
                      <a:pt x="1000929" y="342468"/>
                    </a:cubicBezTo>
                    <a:close/>
                  </a:path>
                </a:pathLst>
              </a:custGeom>
              <a:solidFill>
                <a:srgbClr val="E5785C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5407655" y="1703466"/>
                <a:ext cx="1314612" cy="1005931"/>
              </a:xfrm>
              <a:custGeom>
                <a:avLst/>
                <a:gdLst/>
                <a:ahLst/>
                <a:cxnLst/>
                <a:rect l="l" t="t" r="r" b="b"/>
                <a:pathLst>
                  <a:path w="1314612" h="1005931">
                    <a:moveTo>
                      <a:pt x="1224978" y="989507"/>
                    </a:moveTo>
                    <a:cubicBezTo>
                      <a:pt x="1251831" y="969053"/>
                      <a:pt x="1272483" y="938994"/>
                      <a:pt x="1283961" y="907434"/>
                    </a:cubicBezTo>
                    <a:cubicBezTo>
                      <a:pt x="1320150" y="801088"/>
                      <a:pt x="1316241" y="683362"/>
                      <a:pt x="1311830" y="569408"/>
                    </a:cubicBezTo>
                    <a:cubicBezTo>
                      <a:pt x="1309366" y="505860"/>
                      <a:pt x="1306764" y="441399"/>
                      <a:pt x="1289379" y="380834"/>
                    </a:cubicBezTo>
                    <a:cubicBezTo>
                      <a:pt x="1270408" y="314766"/>
                      <a:pt x="1234455" y="256083"/>
                      <a:pt x="1191931" y="205801"/>
                    </a:cubicBezTo>
                    <a:cubicBezTo>
                      <a:pt x="1069156" y="60626"/>
                      <a:pt x="885940" y="-13132"/>
                      <a:pt x="709797" y="1925"/>
                    </a:cubicBezTo>
                    <a:cubicBezTo>
                      <a:pt x="639039" y="7973"/>
                      <a:pt x="587013" y="41873"/>
                      <a:pt x="524883" y="70643"/>
                    </a:cubicBezTo>
                    <a:cubicBezTo>
                      <a:pt x="464224" y="98730"/>
                      <a:pt x="392957" y="114152"/>
                      <a:pt x="329148" y="135193"/>
                    </a:cubicBezTo>
                    <a:cubicBezTo>
                      <a:pt x="255527" y="159471"/>
                      <a:pt x="179759" y="184944"/>
                      <a:pt x="121350" y="235912"/>
                    </a:cubicBezTo>
                    <a:cubicBezTo>
                      <a:pt x="78655" y="273168"/>
                      <a:pt x="47571" y="322327"/>
                      <a:pt x="25346" y="374452"/>
                    </a:cubicBezTo>
                    <a:cubicBezTo>
                      <a:pt x="-1301" y="436950"/>
                      <a:pt x="-3886" y="506460"/>
                      <a:pt x="3727" y="573145"/>
                    </a:cubicBezTo>
                    <a:cubicBezTo>
                      <a:pt x="10002" y="628095"/>
                      <a:pt x="17224" y="686744"/>
                      <a:pt x="41600" y="738029"/>
                    </a:cubicBezTo>
                    <a:cubicBezTo>
                      <a:pt x="64429" y="786065"/>
                      <a:pt x="115242" y="817436"/>
                      <a:pt x="160749" y="841370"/>
                    </a:cubicBezTo>
                    <a:cubicBezTo>
                      <a:pt x="154007" y="837821"/>
                      <a:pt x="159845" y="758556"/>
                      <a:pt x="159665" y="746336"/>
                    </a:cubicBezTo>
                    <a:cubicBezTo>
                      <a:pt x="158631" y="676324"/>
                      <a:pt x="162459" y="604431"/>
                      <a:pt x="184388" y="537424"/>
                    </a:cubicBezTo>
                    <a:cubicBezTo>
                      <a:pt x="205562" y="471921"/>
                      <a:pt x="247486" y="431836"/>
                      <a:pt x="302032" y="391875"/>
                    </a:cubicBezTo>
                    <a:cubicBezTo>
                      <a:pt x="323910" y="375845"/>
                      <a:pt x="345705" y="359390"/>
                      <a:pt x="363986" y="339215"/>
                    </a:cubicBezTo>
                    <a:cubicBezTo>
                      <a:pt x="373129" y="329125"/>
                      <a:pt x="412905" y="282662"/>
                      <a:pt x="406390" y="268290"/>
                    </a:cubicBezTo>
                    <a:cubicBezTo>
                      <a:pt x="437328" y="336531"/>
                      <a:pt x="485792" y="406595"/>
                      <a:pt x="546392" y="451334"/>
                    </a:cubicBezTo>
                    <a:cubicBezTo>
                      <a:pt x="661576" y="536365"/>
                      <a:pt x="789778" y="596415"/>
                      <a:pt x="919835" y="647049"/>
                    </a:cubicBezTo>
                    <a:cubicBezTo>
                      <a:pt x="929419" y="650778"/>
                      <a:pt x="939063" y="654494"/>
                      <a:pt x="948669" y="658347"/>
                    </a:cubicBezTo>
                    <a:cubicBezTo>
                      <a:pt x="984421" y="672698"/>
                      <a:pt x="1019632" y="689045"/>
                      <a:pt x="1049019" y="715783"/>
                    </a:cubicBezTo>
                    <a:cubicBezTo>
                      <a:pt x="1114603" y="775452"/>
                      <a:pt x="1119356" y="867191"/>
                      <a:pt x="1116917" y="949890"/>
                    </a:cubicBezTo>
                    <a:cubicBezTo>
                      <a:pt x="1116651" y="958951"/>
                      <a:pt x="1116476" y="968235"/>
                      <a:pt x="1119378" y="976829"/>
                    </a:cubicBezTo>
                    <a:cubicBezTo>
                      <a:pt x="1133068" y="1017407"/>
                      <a:pt x="1198682" y="1009537"/>
                      <a:pt x="1224978" y="989507"/>
                    </a:cubicBezTo>
                    <a:close/>
                  </a:path>
                </a:pathLst>
              </a:custGeom>
              <a:solidFill>
                <a:srgbClr val="0B2D4E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152366" y="2793256"/>
              <a:ext cx="4006635" cy="135892"/>
            </a:xfrm>
            <a:custGeom>
              <a:avLst/>
              <a:gdLst/>
              <a:ahLst/>
              <a:cxnLst/>
              <a:rect l="l" t="t" r="r" b="b"/>
              <a:pathLst>
                <a:path w="9128855" h="309621">
                  <a:moveTo>
                    <a:pt x="8966467" y="309622"/>
                  </a:moveTo>
                  <a:lnTo>
                    <a:pt x="162393" y="309622"/>
                  </a:lnTo>
                  <a:cubicBezTo>
                    <a:pt x="72708" y="309622"/>
                    <a:pt x="0" y="240313"/>
                    <a:pt x="0" y="154811"/>
                  </a:cubicBezTo>
                  <a:lnTo>
                    <a:pt x="0" y="154811"/>
                  </a:lnTo>
                  <a:cubicBezTo>
                    <a:pt x="0" y="69313"/>
                    <a:pt x="72703" y="0"/>
                    <a:pt x="162393" y="0"/>
                  </a:cubicBezTo>
                  <a:lnTo>
                    <a:pt x="8966467" y="0"/>
                  </a:lnTo>
                  <a:cubicBezTo>
                    <a:pt x="9056153" y="0"/>
                    <a:pt x="9128856" y="69309"/>
                    <a:pt x="9128856" y="154811"/>
                  </a:cubicBezTo>
                  <a:lnTo>
                    <a:pt x="9128856" y="154811"/>
                  </a:lnTo>
                  <a:cubicBezTo>
                    <a:pt x="9128856" y="240309"/>
                    <a:pt x="9056153" y="309622"/>
                    <a:pt x="8966467" y="309622"/>
                  </a:cubicBezTo>
                  <a:close/>
                </a:path>
              </a:pathLst>
            </a:custGeom>
            <a:solidFill>
              <a:srgbClr val="DBCDFE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2604960" y="1993824"/>
              <a:ext cx="1114359" cy="801739"/>
              <a:chOff x="4780587" y="3588045"/>
              <a:chExt cx="2538994" cy="182670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800201" y="3588045"/>
                <a:ext cx="2499767" cy="1681941"/>
              </a:xfrm>
              <a:custGeom>
                <a:avLst/>
                <a:gdLst/>
                <a:ahLst/>
                <a:cxnLst/>
                <a:rect l="l" t="t" r="r" b="b"/>
                <a:pathLst>
                  <a:path w="2499767" h="1681941">
                    <a:moveTo>
                      <a:pt x="2342903" y="1681942"/>
                    </a:moveTo>
                    <a:lnTo>
                      <a:pt x="156855" y="1681942"/>
                    </a:lnTo>
                    <a:lnTo>
                      <a:pt x="236" y="54465"/>
                    </a:lnTo>
                    <a:cubicBezTo>
                      <a:pt x="-2571" y="25285"/>
                      <a:pt x="20004" y="0"/>
                      <a:pt x="48877" y="0"/>
                    </a:cubicBezTo>
                    <a:lnTo>
                      <a:pt x="2450891" y="0"/>
                    </a:lnTo>
                    <a:cubicBezTo>
                      <a:pt x="2479759" y="0"/>
                      <a:pt x="2502339" y="25285"/>
                      <a:pt x="2499531" y="54470"/>
                    </a:cubicBezTo>
                    <a:lnTo>
                      <a:pt x="2342903" y="1681942"/>
                    </a:lnTo>
                    <a:close/>
                  </a:path>
                </a:pathLst>
              </a:custGeom>
              <a:solidFill>
                <a:srgbClr val="B8D1CE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4780587" y="3634062"/>
                <a:ext cx="2538994" cy="1681937"/>
              </a:xfrm>
              <a:custGeom>
                <a:avLst/>
                <a:gdLst/>
                <a:ahLst/>
                <a:cxnLst/>
                <a:rect l="l" t="t" r="r" b="b"/>
                <a:pathLst>
                  <a:path w="2538994" h="1681937">
                    <a:moveTo>
                      <a:pt x="2379671" y="1681937"/>
                    </a:moveTo>
                    <a:lnTo>
                      <a:pt x="159316" y="1681937"/>
                    </a:lnTo>
                    <a:lnTo>
                      <a:pt x="240" y="54466"/>
                    </a:lnTo>
                    <a:cubicBezTo>
                      <a:pt x="-2614" y="25280"/>
                      <a:pt x="20322" y="0"/>
                      <a:pt x="49644" y="0"/>
                    </a:cubicBezTo>
                    <a:lnTo>
                      <a:pt x="2489352" y="0"/>
                    </a:lnTo>
                    <a:cubicBezTo>
                      <a:pt x="2518674" y="0"/>
                      <a:pt x="2541605" y="25280"/>
                      <a:pt x="2538755" y="54466"/>
                    </a:cubicBezTo>
                    <a:lnTo>
                      <a:pt x="2379671" y="1681937"/>
                    </a:ln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4939903" y="5316000"/>
                <a:ext cx="2219025" cy="98755"/>
              </a:xfrm>
              <a:custGeom>
                <a:avLst/>
                <a:gdLst/>
                <a:ahLst/>
                <a:cxnLst/>
                <a:rect l="l" t="t" r="r" b="b"/>
                <a:pathLst>
                  <a:path w="2219025" h="98755">
                    <a:moveTo>
                      <a:pt x="0" y="0"/>
                    </a:moveTo>
                    <a:lnTo>
                      <a:pt x="2219026" y="0"/>
                    </a:lnTo>
                    <a:lnTo>
                      <a:pt x="2219026" y="98755"/>
                    </a:lnTo>
                    <a:lnTo>
                      <a:pt x="0" y="98755"/>
                    </a:lnTo>
                    <a:close/>
                  </a:path>
                </a:pathLst>
              </a:custGeom>
              <a:solidFill>
                <a:srgbClr val="B8D1CE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896131" y="4321079"/>
                <a:ext cx="307906" cy="307903"/>
              </a:xfrm>
              <a:custGeom>
                <a:avLst/>
                <a:gdLst/>
                <a:ahLst/>
                <a:cxnLst/>
                <a:rect l="l" t="t" r="r" b="b"/>
                <a:pathLst>
                  <a:path w="307906" h="307903">
                    <a:moveTo>
                      <a:pt x="307907" y="153953"/>
                    </a:moveTo>
                    <a:cubicBezTo>
                      <a:pt x="307907" y="238980"/>
                      <a:pt x="238980" y="307903"/>
                      <a:pt x="153953" y="307903"/>
                    </a:cubicBezTo>
                    <a:cubicBezTo>
                      <a:pt x="68927" y="307903"/>
                      <a:pt x="0" y="238976"/>
                      <a:pt x="0" y="153953"/>
                    </a:cubicBezTo>
                    <a:cubicBezTo>
                      <a:pt x="0" y="68927"/>
                      <a:pt x="68927" y="0"/>
                      <a:pt x="153953" y="0"/>
                    </a:cubicBezTo>
                    <a:cubicBezTo>
                      <a:pt x="238980" y="0"/>
                      <a:pt x="307907" y="68927"/>
                      <a:pt x="307907" y="153953"/>
                    </a:cubicBezTo>
                    <a:close/>
                  </a:path>
                </a:pathLst>
              </a:custGeom>
              <a:solidFill>
                <a:srgbClr val="B8D1CE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275308" y="1015025"/>
              <a:ext cx="1129612" cy="1777304"/>
              <a:chOff x="1751062" y="1357917"/>
              <a:chExt cx="2573746" cy="4049469"/>
            </a:xfrm>
          </p:grpSpPr>
          <p:sp>
            <p:nvSpPr>
              <p:cNvPr id="27" name="Freeform 27"/>
              <p:cNvSpPr/>
              <p:nvPr/>
            </p:nvSpPr>
            <p:spPr>
              <a:xfrm rot="-803821">
                <a:off x="2043421" y="3084254"/>
                <a:ext cx="58739" cy="2243099"/>
              </a:xfrm>
              <a:custGeom>
                <a:avLst/>
                <a:gdLst/>
                <a:ahLst/>
                <a:cxnLst/>
                <a:rect l="l" t="t" r="r" b="b"/>
                <a:pathLst>
                  <a:path w="58739" h="2243099">
                    <a:moveTo>
                      <a:pt x="0" y="0"/>
                    </a:moveTo>
                    <a:lnTo>
                      <a:pt x="58740" y="0"/>
                    </a:lnTo>
                    <a:lnTo>
                      <a:pt x="58740" y="2243100"/>
                    </a:lnTo>
                    <a:lnTo>
                      <a:pt x="0" y="2243100"/>
                    </a:lnTo>
                    <a:close/>
                  </a:path>
                </a:pathLst>
              </a:custGeom>
              <a:solidFill>
                <a:srgbClr val="9B87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8" name="Freeform 28"/>
              <p:cNvSpPr/>
              <p:nvPr/>
            </p:nvSpPr>
            <p:spPr>
              <a:xfrm rot="-803821">
                <a:off x="2165936" y="3059506"/>
                <a:ext cx="58739" cy="2300784"/>
              </a:xfrm>
              <a:custGeom>
                <a:avLst/>
                <a:gdLst/>
                <a:ahLst/>
                <a:cxnLst/>
                <a:rect l="l" t="t" r="r" b="b"/>
                <a:pathLst>
                  <a:path w="58739" h="2300784">
                    <a:moveTo>
                      <a:pt x="0" y="0"/>
                    </a:moveTo>
                    <a:lnTo>
                      <a:pt x="58739" y="0"/>
                    </a:lnTo>
                    <a:lnTo>
                      <a:pt x="58739" y="2300785"/>
                    </a:lnTo>
                    <a:lnTo>
                      <a:pt x="0" y="2300785"/>
                    </a:lnTo>
                    <a:close/>
                  </a:path>
                </a:pathLst>
              </a:custGeom>
              <a:solidFill>
                <a:srgbClr val="9B87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29" name="Freeform 29"/>
              <p:cNvSpPr/>
              <p:nvPr/>
            </p:nvSpPr>
            <p:spPr>
              <a:xfrm rot="2871441">
                <a:off x="2495592" y="1638718"/>
                <a:ext cx="58740" cy="157060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1570608">
                    <a:moveTo>
                      <a:pt x="0" y="0"/>
                    </a:moveTo>
                    <a:lnTo>
                      <a:pt x="58741" y="0"/>
                    </a:lnTo>
                    <a:lnTo>
                      <a:pt x="58741" y="1570609"/>
                    </a:lnTo>
                    <a:lnTo>
                      <a:pt x="0" y="1570609"/>
                    </a:lnTo>
                    <a:close/>
                  </a:path>
                </a:pathLst>
              </a:custGeom>
              <a:solidFill>
                <a:srgbClr val="9B87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0" name="Freeform 30"/>
              <p:cNvSpPr/>
              <p:nvPr/>
            </p:nvSpPr>
            <p:spPr>
              <a:xfrm rot="2871441">
                <a:off x="2529489" y="1767456"/>
                <a:ext cx="58740" cy="157060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1570608">
                    <a:moveTo>
                      <a:pt x="0" y="0"/>
                    </a:moveTo>
                    <a:lnTo>
                      <a:pt x="58741" y="0"/>
                    </a:lnTo>
                    <a:lnTo>
                      <a:pt x="58741" y="1570609"/>
                    </a:lnTo>
                    <a:lnTo>
                      <a:pt x="0" y="1570609"/>
                    </a:lnTo>
                    <a:close/>
                  </a:path>
                </a:pathLst>
              </a:custGeom>
              <a:solidFill>
                <a:srgbClr val="9B87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2222124" y="5315820"/>
                <a:ext cx="1181834" cy="91567"/>
              </a:xfrm>
              <a:custGeom>
                <a:avLst/>
                <a:gdLst/>
                <a:ahLst/>
                <a:cxnLst/>
                <a:rect l="l" t="t" r="r" b="b"/>
                <a:pathLst>
                  <a:path w="1181834" h="91567">
                    <a:moveTo>
                      <a:pt x="0" y="0"/>
                    </a:moveTo>
                    <a:lnTo>
                      <a:pt x="1181835" y="0"/>
                    </a:lnTo>
                    <a:lnTo>
                      <a:pt x="1181835" y="91567"/>
                    </a:lnTo>
                    <a:lnTo>
                      <a:pt x="0" y="91567"/>
                    </a:lnTo>
                    <a:close/>
                  </a:path>
                </a:pathLst>
              </a:custGeom>
              <a:solidFill>
                <a:srgbClr val="8070F2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2222125" y="5132686"/>
                <a:ext cx="1181834" cy="183134"/>
              </a:xfrm>
              <a:custGeom>
                <a:avLst/>
                <a:gdLst/>
                <a:ahLst/>
                <a:cxnLst/>
                <a:rect l="l" t="t" r="r" b="b"/>
                <a:pathLst>
                  <a:path w="1181834" h="183134">
                    <a:moveTo>
                      <a:pt x="1013226" y="0"/>
                    </a:moveTo>
                    <a:lnTo>
                      <a:pt x="168608" y="0"/>
                    </a:lnTo>
                    <a:cubicBezTo>
                      <a:pt x="75489" y="0"/>
                      <a:pt x="0" y="75489"/>
                      <a:pt x="0" y="168608"/>
                    </a:cubicBezTo>
                    <a:lnTo>
                      <a:pt x="0" y="183134"/>
                    </a:lnTo>
                    <a:lnTo>
                      <a:pt x="1181835" y="183134"/>
                    </a:lnTo>
                    <a:lnTo>
                      <a:pt x="1181835" y="168608"/>
                    </a:lnTo>
                    <a:cubicBezTo>
                      <a:pt x="1181835" y="75489"/>
                      <a:pt x="1106345" y="0"/>
                      <a:pt x="1013226" y="0"/>
                    </a:cubicBezTo>
                    <a:close/>
                  </a:path>
                </a:pathLst>
              </a:custGeom>
              <a:solidFill>
                <a:srgbClr val="9B87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3" name="Freeform 33"/>
              <p:cNvSpPr/>
              <p:nvPr/>
            </p:nvSpPr>
            <p:spPr>
              <a:xfrm rot="3599956">
                <a:off x="3281713" y="1723738"/>
                <a:ext cx="58737" cy="404073"/>
              </a:xfrm>
              <a:custGeom>
                <a:avLst/>
                <a:gdLst/>
                <a:ahLst/>
                <a:cxnLst/>
                <a:rect l="l" t="t" r="r" b="b"/>
                <a:pathLst>
                  <a:path w="58737" h="404073">
                    <a:moveTo>
                      <a:pt x="0" y="0"/>
                    </a:moveTo>
                    <a:lnTo>
                      <a:pt x="58737" y="0"/>
                    </a:lnTo>
                    <a:lnTo>
                      <a:pt x="58737" y="404073"/>
                    </a:lnTo>
                    <a:lnTo>
                      <a:pt x="0" y="404073"/>
                    </a:lnTo>
                    <a:close/>
                  </a:path>
                </a:pathLst>
              </a:custGeom>
              <a:solidFill>
                <a:srgbClr val="9B87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1751062" y="2878015"/>
                <a:ext cx="340657" cy="353274"/>
              </a:xfrm>
              <a:custGeom>
                <a:avLst/>
                <a:gdLst/>
                <a:ahLst/>
                <a:cxnLst/>
                <a:rect l="l" t="t" r="r" b="b"/>
                <a:pathLst>
                  <a:path w="340657" h="353274">
                    <a:moveTo>
                      <a:pt x="332796" y="220720"/>
                    </a:moveTo>
                    <a:lnTo>
                      <a:pt x="249836" y="335939"/>
                    </a:lnTo>
                    <a:cubicBezTo>
                      <a:pt x="237804" y="352651"/>
                      <a:pt x="215375" y="358073"/>
                      <a:pt x="197034" y="348708"/>
                    </a:cubicBezTo>
                    <a:lnTo>
                      <a:pt x="22738" y="259682"/>
                    </a:lnTo>
                    <a:cubicBezTo>
                      <a:pt x="-134" y="247998"/>
                      <a:pt x="-7107" y="218616"/>
                      <a:pt x="8074" y="197905"/>
                    </a:cubicBezTo>
                    <a:lnTo>
                      <a:pt x="140627" y="17046"/>
                    </a:lnTo>
                    <a:cubicBezTo>
                      <a:pt x="156811" y="-5036"/>
                      <a:pt x="189528" y="-5791"/>
                      <a:pt x="206716" y="15525"/>
                    </a:cubicBezTo>
                    <a:lnTo>
                      <a:pt x="331420" y="170190"/>
                    </a:lnTo>
                    <a:cubicBezTo>
                      <a:pt x="343203" y="184802"/>
                      <a:pt x="343769" y="205487"/>
                      <a:pt x="332796" y="220720"/>
                    </a:cubicBezTo>
                    <a:close/>
                  </a:path>
                </a:pathLst>
              </a:custGeom>
              <a:solidFill>
                <a:srgbClr val="8070F2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1772715" y="3077248"/>
                <a:ext cx="38216" cy="38216"/>
              </a:xfrm>
              <a:custGeom>
                <a:avLst/>
                <a:gdLst/>
                <a:ahLst/>
                <a:cxnLst/>
                <a:rect l="l" t="t" r="r" b="b"/>
                <a:pathLst>
                  <a:path w="38216" h="38216">
                    <a:moveTo>
                      <a:pt x="38216" y="19108"/>
                    </a:moveTo>
                    <a:cubicBezTo>
                      <a:pt x="38216" y="29661"/>
                      <a:pt x="29661" y="38216"/>
                      <a:pt x="19108" y="38216"/>
                    </a:cubicBezTo>
                    <a:cubicBezTo>
                      <a:pt x="8555" y="38216"/>
                      <a:pt x="0" y="29661"/>
                      <a:pt x="0" y="19108"/>
                    </a:cubicBezTo>
                    <a:cubicBezTo>
                      <a:pt x="0" y="8555"/>
                      <a:pt x="8555" y="0"/>
                      <a:pt x="19108" y="0"/>
                    </a:cubicBezTo>
                    <a:cubicBezTo>
                      <a:pt x="29661" y="0"/>
                      <a:pt x="38216" y="8555"/>
                      <a:pt x="38216" y="1910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1950788" y="3168455"/>
                <a:ext cx="38216" cy="38216"/>
              </a:xfrm>
              <a:custGeom>
                <a:avLst/>
                <a:gdLst/>
                <a:ahLst/>
                <a:cxnLst/>
                <a:rect l="l" t="t" r="r" b="b"/>
                <a:pathLst>
                  <a:path w="38216" h="38216">
                    <a:moveTo>
                      <a:pt x="38216" y="19108"/>
                    </a:moveTo>
                    <a:cubicBezTo>
                      <a:pt x="38216" y="29661"/>
                      <a:pt x="29661" y="38216"/>
                      <a:pt x="19108" y="38216"/>
                    </a:cubicBezTo>
                    <a:cubicBezTo>
                      <a:pt x="8555" y="38216"/>
                      <a:pt x="0" y="29661"/>
                      <a:pt x="0" y="19108"/>
                    </a:cubicBezTo>
                    <a:cubicBezTo>
                      <a:pt x="0" y="8555"/>
                      <a:pt x="8555" y="0"/>
                      <a:pt x="19108" y="0"/>
                    </a:cubicBezTo>
                    <a:cubicBezTo>
                      <a:pt x="29661" y="0"/>
                      <a:pt x="38216" y="8555"/>
                      <a:pt x="38216" y="1910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2030700" y="3053798"/>
                <a:ext cx="38220" cy="38220"/>
              </a:xfrm>
              <a:custGeom>
                <a:avLst/>
                <a:gdLst/>
                <a:ahLst/>
                <a:cxnLst/>
                <a:rect l="l" t="t" r="r" b="b"/>
                <a:pathLst>
                  <a:path w="38220" h="38220">
                    <a:moveTo>
                      <a:pt x="38220" y="19108"/>
                    </a:moveTo>
                    <a:cubicBezTo>
                      <a:pt x="38220" y="29661"/>
                      <a:pt x="29665" y="38220"/>
                      <a:pt x="19112" y="38220"/>
                    </a:cubicBezTo>
                    <a:cubicBezTo>
                      <a:pt x="8560" y="38220"/>
                      <a:pt x="0" y="29665"/>
                      <a:pt x="0" y="19108"/>
                    </a:cubicBezTo>
                    <a:cubicBezTo>
                      <a:pt x="0" y="8555"/>
                      <a:pt x="8555" y="0"/>
                      <a:pt x="19112" y="0"/>
                    </a:cubicBezTo>
                    <a:cubicBezTo>
                      <a:pt x="29665" y="-4"/>
                      <a:pt x="38220" y="8551"/>
                      <a:pt x="38220" y="1910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3014264" y="1854108"/>
                <a:ext cx="297727" cy="300030"/>
              </a:xfrm>
              <a:custGeom>
                <a:avLst/>
                <a:gdLst/>
                <a:ahLst/>
                <a:cxnLst/>
                <a:rect l="l" t="t" r="r" b="b"/>
                <a:pathLst>
                  <a:path w="297727" h="300030">
                    <a:moveTo>
                      <a:pt x="1044" y="42587"/>
                    </a:moveTo>
                    <a:lnTo>
                      <a:pt x="58462" y="273976"/>
                    </a:lnTo>
                    <a:cubicBezTo>
                      <a:pt x="64819" y="299595"/>
                      <a:pt x="96524" y="308725"/>
                      <a:pt x="115534" y="290410"/>
                    </a:cubicBezTo>
                    <a:lnTo>
                      <a:pt x="287211" y="124995"/>
                    </a:lnTo>
                    <a:cubicBezTo>
                      <a:pt x="306220" y="106680"/>
                      <a:pt x="298274" y="74657"/>
                      <a:pt x="272908" y="67349"/>
                    </a:cubicBezTo>
                    <a:lnTo>
                      <a:pt x="43812" y="1379"/>
                    </a:lnTo>
                    <a:cubicBezTo>
                      <a:pt x="18446" y="-5929"/>
                      <a:pt x="-5317" y="16968"/>
                      <a:pt x="1044" y="42587"/>
                    </a:cubicBezTo>
                    <a:close/>
                  </a:path>
                </a:pathLst>
              </a:custGeom>
              <a:solidFill>
                <a:srgbClr val="8070F2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3093636" y="2081052"/>
                <a:ext cx="38226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8226" h="38226">
                    <a:moveTo>
                      <a:pt x="35116" y="29561"/>
                    </a:moveTo>
                    <a:cubicBezTo>
                      <a:pt x="29346" y="38399"/>
                      <a:pt x="17504" y="40885"/>
                      <a:pt x="8666" y="35116"/>
                    </a:cubicBezTo>
                    <a:cubicBezTo>
                      <a:pt x="-173" y="29347"/>
                      <a:pt x="-2659" y="17504"/>
                      <a:pt x="3110" y="8665"/>
                    </a:cubicBezTo>
                    <a:cubicBezTo>
                      <a:pt x="8880" y="-173"/>
                      <a:pt x="20723" y="-2659"/>
                      <a:pt x="29561" y="3110"/>
                    </a:cubicBezTo>
                    <a:cubicBezTo>
                      <a:pt x="38399" y="8884"/>
                      <a:pt x="40885" y="20723"/>
                      <a:pt x="35116" y="2956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3040105" y="1877023"/>
                <a:ext cx="38225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8225" h="38226">
                    <a:moveTo>
                      <a:pt x="35116" y="29561"/>
                    </a:moveTo>
                    <a:cubicBezTo>
                      <a:pt x="29347" y="38399"/>
                      <a:pt x="17504" y="40885"/>
                      <a:pt x="8666" y="35116"/>
                    </a:cubicBezTo>
                    <a:cubicBezTo>
                      <a:pt x="-173" y="29347"/>
                      <a:pt x="-2659" y="17504"/>
                      <a:pt x="3110" y="8665"/>
                    </a:cubicBezTo>
                    <a:cubicBezTo>
                      <a:pt x="8880" y="-173"/>
                      <a:pt x="20723" y="-2659"/>
                      <a:pt x="29557" y="3110"/>
                    </a:cubicBezTo>
                    <a:cubicBezTo>
                      <a:pt x="38395" y="8880"/>
                      <a:pt x="40885" y="20723"/>
                      <a:pt x="35116" y="2956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3246398" y="1940163"/>
                <a:ext cx="38223" cy="38226"/>
              </a:xfrm>
              <a:custGeom>
                <a:avLst/>
                <a:gdLst/>
                <a:ahLst/>
                <a:cxnLst/>
                <a:rect l="l" t="t" r="r" b="b"/>
                <a:pathLst>
                  <a:path w="38223" h="38226">
                    <a:moveTo>
                      <a:pt x="35116" y="29561"/>
                    </a:moveTo>
                    <a:cubicBezTo>
                      <a:pt x="29347" y="38399"/>
                      <a:pt x="17504" y="40885"/>
                      <a:pt x="8665" y="35116"/>
                    </a:cubicBezTo>
                    <a:cubicBezTo>
                      <a:pt x="-173" y="29347"/>
                      <a:pt x="-2659" y="17504"/>
                      <a:pt x="3111" y="8665"/>
                    </a:cubicBezTo>
                    <a:cubicBezTo>
                      <a:pt x="8880" y="-173"/>
                      <a:pt x="20723" y="-2659"/>
                      <a:pt x="29557" y="3110"/>
                    </a:cubicBezTo>
                    <a:cubicBezTo>
                      <a:pt x="38390" y="8880"/>
                      <a:pt x="40885" y="20723"/>
                      <a:pt x="35116" y="2956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1907359" y="2896574"/>
                <a:ext cx="38216" cy="38216"/>
              </a:xfrm>
              <a:custGeom>
                <a:avLst/>
                <a:gdLst/>
                <a:ahLst/>
                <a:cxnLst/>
                <a:rect l="l" t="t" r="r" b="b"/>
                <a:pathLst>
                  <a:path w="38216" h="38216">
                    <a:moveTo>
                      <a:pt x="38216" y="19108"/>
                    </a:moveTo>
                    <a:cubicBezTo>
                      <a:pt x="38216" y="29661"/>
                      <a:pt x="29661" y="38216"/>
                      <a:pt x="19108" y="38216"/>
                    </a:cubicBezTo>
                    <a:cubicBezTo>
                      <a:pt x="8555" y="38216"/>
                      <a:pt x="0" y="29661"/>
                      <a:pt x="0" y="19108"/>
                    </a:cubicBezTo>
                    <a:cubicBezTo>
                      <a:pt x="0" y="8555"/>
                      <a:pt x="8555" y="0"/>
                      <a:pt x="19108" y="0"/>
                    </a:cubicBezTo>
                    <a:cubicBezTo>
                      <a:pt x="29657" y="-4"/>
                      <a:pt x="38216" y="8551"/>
                      <a:pt x="38216" y="1910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3385026" y="1357917"/>
                <a:ext cx="493090" cy="642668"/>
              </a:xfrm>
              <a:custGeom>
                <a:avLst/>
                <a:gdLst/>
                <a:ahLst/>
                <a:cxnLst/>
                <a:rect l="l" t="t" r="r" b="b"/>
                <a:pathLst>
                  <a:path w="493090" h="642668">
                    <a:moveTo>
                      <a:pt x="493091" y="561277"/>
                    </a:moveTo>
                    <a:lnTo>
                      <a:pt x="112545" y="642668"/>
                    </a:lnTo>
                    <a:lnTo>
                      <a:pt x="1141" y="121803"/>
                    </a:lnTo>
                    <a:cubicBezTo>
                      <a:pt x="-4761" y="94217"/>
                      <a:pt x="12821" y="67072"/>
                      <a:pt x="40407" y="61170"/>
                    </a:cubicBezTo>
                    <a:lnTo>
                      <a:pt x="321049" y="1141"/>
                    </a:lnTo>
                    <a:cubicBezTo>
                      <a:pt x="348636" y="-4761"/>
                      <a:pt x="375780" y="12821"/>
                      <a:pt x="381683" y="40407"/>
                    </a:cubicBezTo>
                    <a:lnTo>
                      <a:pt x="493091" y="561277"/>
                    </a:lnTo>
                    <a:close/>
                  </a:path>
                </a:pathLst>
              </a:custGeom>
              <a:solidFill>
                <a:srgbClr val="9B87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4" name="Freeform 44"/>
              <p:cNvSpPr/>
              <p:nvPr/>
            </p:nvSpPr>
            <p:spPr>
              <a:xfrm rot="-724509">
                <a:off x="3455708" y="1735418"/>
                <a:ext cx="390779" cy="103691"/>
              </a:xfrm>
              <a:custGeom>
                <a:avLst/>
                <a:gdLst/>
                <a:ahLst/>
                <a:cxnLst/>
                <a:rect l="l" t="t" r="r" b="b"/>
                <a:pathLst>
                  <a:path w="390779" h="103691">
                    <a:moveTo>
                      <a:pt x="0" y="0"/>
                    </a:moveTo>
                    <a:lnTo>
                      <a:pt x="390779" y="0"/>
                    </a:lnTo>
                    <a:lnTo>
                      <a:pt x="390779" y="103691"/>
                    </a:lnTo>
                    <a:lnTo>
                      <a:pt x="0" y="103691"/>
                    </a:lnTo>
                    <a:close/>
                  </a:path>
                </a:pathLst>
              </a:custGeom>
              <a:solidFill>
                <a:srgbClr val="8070F2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3231806" y="1796877"/>
                <a:ext cx="1093002" cy="606392"/>
              </a:xfrm>
              <a:custGeom>
                <a:avLst/>
                <a:gdLst/>
                <a:ahLst/>
                <a:cxnLst/>
                <a:rect l="l" t="t" r="r" b="b"/>
                <a:pathLst>
                  <a:path w="1093002" h="606392">
                    <a:moveTo>
                      <a:pt x="1093002" y="372621"/>
                    </a:moveTo>
                    <a:lnTo>
                      <a:pt x="0" y="606393"/>
                    </a:lnTo>
                    <a:lnTo>
                      <a:pt x="239601" y="81392"/>
                    </a:lnTo>
                    <a:lnTo>
                      <a:pt x="620147" y="0"/>
                    </a:lnTo>
                    <a:close/>
                  </a:path>
                </a:pathLst>
              </a:custGeom>
              <a:solidFill>
                <a:srgbClr val="9B87FF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3667345" y="1796877"/>
                <a:ext cx="657463" cy="492828"/>
              </a:xfrm>
              <a:custGeom>
                <a:avLst/>
                <a:gdLst/>
                <a:ahLst/>
                <a:cxnLst/>
                <a:rect l="l" t="t" r="r" b="b"/>
                <a:pathLst>
                  <a:path w="657463" h="492828">
                    <a:moveTo>
                      <a:pt x="0" y="39485"/>
                    </a:moveTo>
                    <a:lnTo>
                      <a:pt x="184609" y="0"/>
                    </a:lnTo>
                    <a:lnTo>
                      <a:pt x="657464" y="372621"/>
                    </a:lnTo>
                    <a:cubicBezTo>
                      <a:pt x="657464" y="372621"/>
                      <a:pt x="262284" y="459718"/>
                      <a:pt x="102433" y="492829"/>
                    </a:cubicBezTo>
                  </a:path>
                </a:pathLst>
              </a:custGeom>
              <a:solidFill>
                <a:srgbClr val="000000">
                  <a:alpha val="10000"/>
                </a:srgbClr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3571633" y="1358410"/>
                <a:ext cx="281936" cy="477952"/>
              </a:xfrm>
              <a:custGeom>
                <a:avLst/>
                <a:gdLst/>
                <a:ahLst/>
                <a:cxnLst/>
                <a:rect l="l" t="t" r="r" b="b"/>
                <a:pathLst>
                  <a:path w="281936" h="477952">
                    <a:moveTo>
                      <a:pt x="281937" y="438120"/>
                    </a:moveTo>
                    <a:lnTo>
                      <a:pt x="95708" y="477952"/>
                    </a:lnTo>
                    <a:lnTo>
                      <a:pt x="0" y="30485"/>
                    </a:lnTo>
                    <a:lnTo>
                      <a:pt x="137340" y="1116"/>
                    </a:lnTo>
                    <a:cubicBezTo>
                      <a:pt x="164339" y="-4658"/>
                      <a:pt x="190910" y="12547"/>
                      <a:pt x="196683" y="39550"/>
                    </a:cubicBezTo>
                    <a:lnTo>
                      <a:pt x="281937" y="438120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808611" y="2154894"/>
              <a:ext cx="300966" cy="637812"/>
              <a:chOff x="2966156" y="3955034"/>
              <a:chExt cx="685732" cy="1453212"/>
            </a:xfrm>
          </p:grpSpPr>
          <p:grpSp>
            <p:nvGrpSpPr>
              <p:cNvPr id="49" name="Group 49"/>
              <p:cNvGrpSpPr/>
              <p:nvPr/>
            </p:nvGrpSpPr>
            <p:grpSpPr>
              <a:xfrm>
                <a:off x="2966156" y="4185473"/>
                <a:ext cx="243198" cy="851981"/>
                <a:chOff x="2966156" y="4185473"/>
                <a:chExt cx="243198" cy="851981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3152760" y="4922272"/>
                  <a:ext cx="41947" cy="115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47" h="115182">
                      <a:moveTo>
                        <a:pt x="32935" y="114941"/>
                      </a:moveTo>
                      <a:lnTo>
                        <a:pt x="32935" y="114941"/>
                      </a:lnTo>
                      <a:cubicBezTo>
                        <a:pt x="26814" y="116218"/>
                        <a:pt x="20818" y="112292"/>
                        <a:pt x="19541" y="106167"/>
                      </a:cubicBezTo>
                      <a:lnTo>
                        <a:pt x="240" y="13636"/>
                      </a:lnTo>
                      <a:cubicBezTo>
                        <a:pt x="-1033" y="7515"/>
                        <a:pt x="2893" y="1518"/>
                        <a:pt x="9014" y="241"/>
                      </a:cubicBezTo>
                      <a:lnTo>
                        <a:pt x="9014" y="241"/>
                      </a:lnTo>
                      <a:cubicBezTo>
                        <a:pt x="15134" y="-1036"/>
                        <a:pt x="21131" y="2890"/>
                        <a:pt x="22408" y="9015"/>
                      </a:cubicBezTo>
                      <a:lnTo>
                        <a:pt x="41705" y="101542"/>
                      </a:lnTo>
                      <a:cubicBezTo>
                        <a:pt x="42986" y="107667"/>
                        <a:pt x="39056" y="113664"/>
                        <a:pt x="32935" y="114941"/>
                      </a:cubicBezTo>
                      <a:close/>
                    </a:path>
                  </a:pathLst>
                </a:custGeom>
                <a:solidFill>
                  <a:srgbClr val="00A3D5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2983287" y="4185473"/>
                  <a:ext cx="85687" cy="17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87" h="173358">
                      <a:moveTo>
                        <a:pt x="60786" y="172700"/>
                      </a:moveTo>
                      <a:lnTo>
                        <a:pt x="60786" y="172700"/>
                      </a:lnTo>
                      <a:cubicBezTo>
                        <a:pt x="43937" y="176215"/>
                        <a:pt x="27276" y="165302"/>
                        <a:pt x="23761" y="148457"/>
                      </a:cubicBezTo>
                      <a:lnTo>
                        <a:pt x="658" y="37683"/>
                      </a:lnTo>
                      <a:cubicBezTo>
                        <a:pt x="-2856" y="20838"/>
                        <a:pt x="8057" y="4173"/>
                        <a:pt x="24901" y="659"/>
                      </a:cubicBezTo>
                      <a:lnTo>
                        <a:pt x="24901" y="659"/>
                      </a:lnTo>
                      <a:cubicBezTo>
                        <a:pt x="41746" y="-2856"/>
                        <a:pt x="58411" y="8052"/>
                        <a:pt x="61922" y="24906"/>
                      </a:cubicBezTo>
                      <a:lnTo>
                        <a:pt x="85029" y="135680"/>
                      </a:lnTo>
                      <a:cubicBezTo>
                        <a:pt x="88544" y="152525"/>
                        <a:pt x="77635" y="169185"/>
                        <a:pt x="60786" y="172700"/>
                      </a:cubicBezTo>
                      <a:close/>
                    </a:path>
                  </a:pathLst>
                </a:custGeom>
                <a:solidFill>
                  <a:srgbClr val="00A3D5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3113769" y="4811077"/>
                  <a:ext cx="85686" cy="17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86" h="173357">
                      <a:moveTo>
                        <a:pt x="60782" y="172700"/>
                      </a:moveTo>
                      <a:lnTo>
                        <a:pt x="60782" y="172700"/>
                      </a:lnTo>
                      <a:cubicBezTo>
                        <a:pt x="43937" y="176211"/>
                        <a:pt x="27276" y="165302"/>
                        <a:pt x="23761" y="148453"/>
                      </a:cubicBezTo>
                      <a:lnTo>
                        <a:pt x="658" y="37679"/>
                      </a:lnTo>
                      <a:cubicBezTo>
                        <a:pt x="-2856" y="20829"/>
                        <a:pt x="8057" y="4173"/>
                        <a:pt x="24901" y="659"/>
                      </a:cubicBezTo>
                      <a:lnTo>
                        <a:pt x="24901" y="659"/>
                      </a:lnTo>
                      <a:cubicBezTo>
                        <a:pt x="41746" y="-2856"/>
                        <a:pt x="58407" y="8052"/>
                        <a:pt x="61922" y="24902"/>
                      </a:cubicBezTo>
                      <a:lnTo>
                        <a:pt x="85029" y="135676"/>
                      </a:lnTo>
                      <a:cubicBezTo>
                        <a:pt x="88539" y="152525"/>
                        <a:pt x="77631" y="169185"/>
                        <a:pt x="60782" y="172700"/>
                      </a:cubicBezTo>
                      <a:close/>
                    </a:path>
                  </a:pathLst>
                </a:custGeom>
                <a:solidFill>
                  <a:srgbClr val="00A3D5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2966156" y="4264268"/>
                  <a:ext cx="236311" cy="638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311" h="638426">
                      <a:moveTo>
                        <a:pt x="94522" y="679"/>
                      </a:moveTo>
                      <a:lnTo>
                        <a:pt x="25436" y="15089"/>
                      </a:lnTo>
                      <a:cubicBezTo>
                        <a:pt x="8163" y="18694"/>
                        <a:pt x="-2922" y="35616"/>
                        <a:pt x="679" y="52894"/>
                      </a:cubicBezTo>
                      <a:lnTo>
                        <a:pt x="59392" y="334415"/>
                      </a:lnTo>
                      <a:lnTo>
                        <a:pt x="132588" y="614547"/>
                      </a:lnTo>
                      <a:cubicBezTo>
                        <a:pt x="136891" y="631019"/>
                        <a:pt x="153359" y="641225"/>
                        <a:pt x="170024" y="637748"/>
                      </a:cubicBezTo>
                      <a:lnTo>
                        <a:pt x="210881" y="629227"/>
                      </a:lnTo>
                      <a:cubicBezTo>
                        <a:pt x="227550" y="625751"/>
                        <a:pt x="238561" y="609815"/>
                        <a:pt x="235921" y="592996"/>
                      </a:cubicBezTo>
                      <a:lnTo>
                        <a:pt x="191035" y="306962"/>
                      </a:lnTo>
                      <a:lnTo>
                        <a:pt x="132322" y="25440"/>
                      </a:lnTo>
                      <a:cubicBezTo>
                        <a:pt x="128722" y="8158"/>
                        <a:pt x="111795" y="-2922"/>
                        <a:pt x="94522" y="679"/>
                      </a:cubicBezTo>
                      <a:close/>
                    </a:path>
                  </a:pathLst>
                </a:custGeom>
                <a:solidFill>
                  <a:srgbClr val="6DC9F0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4" name="Freeform 54"/>
                <p:cNvSpPr/>
                <p:nvPr/>
              </p:nvSpPr>
              <p:spPr>
                <a:xfrm>
                  <a:off x="3018637" y="4555029"/>
                  <a:ext cx="145471" cy="59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471" h="59849">
                      <a:moveTo>
                        <a:pt x="130634" y="36890"/>
                      </a:moveTo>
                      <a:lnTo>
                        <a:pt x="22449" y="59453"/>
                      </a:lnTo>
                      <a:cubicBezTo>
                        <a:pt x="12372" y="61553"/>
                        <a:pt x="2496" y="55090"/>
                        <a:pt x="396" y="45013"/>
                      </a:cubicBezTo>
                      <a:lnTo>
                        <a:pt x="396" y="45013"/>
                      </a:lnTo>
                      <a:cubicBezTo>
                        <a:pt x="-1704" y="34932"/>
                        <a:pt x="4759" y="25060"/>
                        <a:pt x="14836" y="22960"/>
                      </a:cubicBezTo>
                      <a:lnTo>
                        <a:pt x="123021" y="397"/>
                      </a:lnTo>
                      <a:cubicBezTo>
                        <a:pt x="133098" y="-1708"/>
                        <a:pt x="142970" y="4760"/>
                        <a:pt x="145074" y="14837"/>
                      </a:cubicBezTo>
                      <a:lnTo>
                        <a:pt x="145074" y="14837"/>
                      </a:lnTo>
                      <a:cubicBezTo>
                        <a:pt x="147179" y="24915"/>
                        <a:pt x="140711" y="34790"/>
                        <a:pt x="130634" y="36890"/>
                      </a:cubicBezTo>
                      <a:close/>
                    </a:path>
                  </a:pathLst>
                </a:custGeom>
                <a:solidFill>
                  <a:srgbClr val="00A3D5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5" name="Freeform 55"/>
                <p:cNvSpPr/>
                <p:nvPr/>
              </p:nvSpPr>
              <p:spPr>
                <a:xfrm>
                  <a:off x="3124616" y="4248878"/>
                  <a:ext cx="84739" cy="295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739" h="295168">
                      <a:moveTo>
                        <a:pt x="73085" y="294860"/>
                      </a:moveTo>
                      <a:lnTo>
                        <a:pt x="73085" y="294860"/>
                      </a:lnTo>
                      <a:cubicBezTo>
                        <a:pt x="65202" y="296506"/>
                        <a:pt x="57406" y="291396"/>
                        <a:pt x="55760" y="283514"/>
                      </a:cubicBezTo>
                      <a:lnTo>
                        <a:pt x="309" y="17634"/>
                      </a:lnTo>
                      <a:cubicBezTo>
                        <a:pt x="-1337" y="9747"/>
                        <a:pt x="3768" y="1950"/>
                        <a:pt x="11654" y="309"/>
                      </a:cubicBezTo>
                      <a:lnTo>
                        <a:pt x="11654" y="309"/>
                      </a:lnTo>
                      <a:cubicBezTo>
                        <a:pt x="19541" y="-1337"/>
                        <a:pt x="27338" y="3767"/>
                        <a:pt x="28979" y="11654"/>
                      </a:cubicBezTo>
                      <a:lnTo>
                        <a:pt x="84431" y="277535"/>
                      </a:lnTo>
                      <a:cubicBezTo>
                        <a:pt x="86076" y="285417"/>
                        <a:pt x="80972" y="293214"/>
                        <a:pt x="73085" y="294860"/>
                      </a:cubicBezTo>
                      <a:close/>
                    </a:path>
                  </a:pathLst>
                </a:custGeom>
                <a:solidFill>
                  <a:srgbClr val="00A3D5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 rot="-706981">
                  <a:off x="3106189" y="4285647"/>
                  <a:ext cx="30620" cy="7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20" h="79880">
                      <a:moveTo>
                        <a:pt x="0" y="0"/>
                      </a:moveTo>
                      <a:lnTo>
                        <a:pt x="30620" y="0"/>
                      </a:lnTo>
                      <a:lnTo>
                        <a:pt x="30620" y="79881"/>
                      </a:lnTo>
                      <a:lnTo>
                        <a:pt x="0" y="79881"/>
                      </a:lnTo>
                      <a:close/>
                    </a:path>
                  </a:pathLst>
                </a:custGeom>
                <a:solidFill>
                  <a:srgbClr val="6DC9F0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57" name="Group 57"/>
              <p:cNvGrpSpPr/>
              <p:nvPr/>
            </p:nvGrpSpPr>
            <p:grpSpPr>
              <a:xfrm>
                <a:off x="3173226" y="3955034"/>
                <a:ext cx="182178" cy="1037452"/>
                <a:chOff x="3173226" y="3955034"/>
                <a:chExt cx="182178" cy="1037452"/>
              </a:xfrm>
            </p:grpSpPr>
            <p:sp>
              <p:nvSpPr>
                <p:cNvPr id="58" name="Freeform 58"/>
                <p:cNvSpPr/>
                <p:nvPr/>
              </p:nvSpPr>
              <p:spPr>
                <a:xfrm rot="176431">
                  <a:off x="3192515" y="4092504"/>
                  <a:ext cx="141975" cy="674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75" h="674701">
                      <a:moveTo>
                        <a:pt x="0" y="0"/>
                      </a:moveTo>
                      <a:lnTo>
                        <a:pt x="141976" y="0"/>
                      </a:lnTo>
                      <a:lnTo>
                        <a:pt x="141976" y="674701"/>
                      </a:lnTo>
                      <a:lnTo>
                        <a:pt x="0" y="674701"/>
                      </a:lnTo>
                      <a:close/>
                    </a:path>
                  </a:pathLst>
                </a:custGeom>
                <a:solidFill>
                  <a:srgbClr val="FFC73C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 rot="176088">
                  <a:off x="3225246" y="4092212"/>
                  <a:ext cx="77303" cy="674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03" h="674697">
                      <a:moveTo>
                        <a:pt x="0" y="0"/>
                      </a:moveTo>
                      <a:lnTo>
                        <a:pt x="77303" y="0"/>
                      </a:lnTo>
                      <a:lnTo>
                        <a:pt x="77303" y="674698"/>
                      </a:lnTo>
                      <a:lnTo>
                        <a:pt x="0" y="67469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0" name="Freeform 60"/>
                <p:cNvSpPr/>
                <p:nvPr/>
              </p:nvSpPr>
              <p:spPr>
                <a:xfrm>
                  <a:off x="3173226" y="4762786"/>
                  <a:ext cx="144052" cy="229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52" h="229699">
                      <a:moveTo>
                        <a:pt x="60432" y="229700"/>
                      </a:moveTo>
                      <a:lnTo>
                        <a:pt x="144052" y="73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B2D4E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1" name="Freeform 61"/>
                <p:cNvSpPr/>
                <p:nvPr/>
              </p:nvSpPr>
              <p:spPr>
                <a:xfrm>
                  <a:off x="3173226" y="4762786"/>
                  <a:ext cx="144052" cy="113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052" h="113744">
                      <a:moveTo>
                        <a:pt x="104049" y="113744"/>
                      </a:moveTo>
                      <a:lnTo>
                        <a:pt x="144052" y="7394"/>
                      </a:lnTo>
                      <a:lnTo>
                        <a:pt x="0" y="0"/>
                      </a:lnTo>
                      <a:lnTo>
                        <a:pt x="28911" y="109886"/>
                      </a:lnTo>
                      <a:close/>
                    </a:path>
                  </a:pathLst>
                </a:custGeom>
                <a:solidFill>
                  <a:srgbClr val="FFE9CC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2" name="Freeform 62"/>
                <p:cNvSpPr/>
                <p:nvPr/>
              </p:nvSpPr>
              <p:spPr>
                <a:xfrm rot="176431">
                  <a:off x="3211620" y="4022716"/>
                  <a:ext cx="141975" cy="70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75" h="70282">
                      <a:moveTo>
                        <a:pt x="0" y="0"/>
                      </a:moveTo>
                      <a:lnTo>
                        <a:pt x="141976" y="0"/>
                      </a:lnTo>
                      <a:lnTo>
                        <a:pt x="141976" y="70283"/>
                      </a:lnTo>
                      <a:lnTo>
                        <a:pt x="0" y="70283"/>
                      </a:lnTo>
                      <a:close/>
                    </a:path>
                  </a:pathLst>
                </a:custGeom>
                <a:solidFill>
                  <a:srgbClr val="0B2D4E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3" name="Freeform 63"/>
                <p:cNvSpPr/>
                <p:nvPr/>
              </p:nvSpPr>
              <p:spPr>
                <a:xfrm>
                  <a:off x="3213521" y="3955034"/>
                  <a:ext cx="141882" cy="73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82" h="73954">
                      <a:moveTo>
                        <a:pt x="141789" y="73955"/>
                      </a:moveTo>
                      <a:lnTo>
                        <a:pt x="0" y="66681"/>
                      </a:lnTo>
                      <a:lnTo>
                        <a:pt x="0" y="66681"/>
                      </a:lnTo>
                      <a:cubicBezTo>
                        <a:pt x="1989" y="27916"/>
                        <a:pt x="35023" y="-1895"/>
                        <a:pt x="73788" y="94"/>
                      </a:cubicBezTo>
                      <a:lnTo>
                        <a:pt x="75202" y="167"/>
                      </a:lnTo>
                      <a:cubicBezTo>
                        <a:pt x="113967" y="2156"/>
                        <a:pt x="143778" y="35190"/>
                        <a:pt x="141789" y="73955"/>
                      </a:cubicBezTo>
                      <a:lnTo>
                        <a:pt x="141789" y="73955"/>
                      </a:lnTo>
                      <a:close/>
                    </a:path>
                  </a:pathLst>
                </a:custGeom>
                <a:solidFill>
                  <a:srgbClr val="9B87FF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3153888" y="4094063"/>
                <a:ext cx="498000" cy="969603"/>
                <a:chOff x="3153888" y="4094063"/>
                <a:chExt cx="498000" cy="969603"/>
              </a:xfrm>
            </p:grpSpPr>
            <p:sp>
              <p:nvSpPr>
                <p:cNvPr id="65" name="Freeform 65"/>
                <p:cNvSpPr/>
                <p:nvPr/>
              </p:nvSpPr>
              <p:spPr>
                <a:xfrm rot="-9313419">
                  <a:off x="3343588" y="4267685"/>
                  <a:ext cx="141981" cy="674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81" h="674731">
                      <a:moveTo>
                        <a:pt x="0" y="0"/>
                      </a:moveTo>
                      <a:lnTo>
                        <a:pt x="141981" y="0"/>
                      </a:lnTo>
                      <a:lnTo>
                        <a:pt x="141981" y="674731"/>
                      </a:lnTo>
                      <a:lnTo>
                        <a:pt x="0" y="674731"/>
                      </a:lnTo>
                      <a:close/>
                    </a:path>
                  </a:pathLst>
                </a:custGeom>
                <a:solidFill>
                  <a:srgbClr val="FFC73C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6" name="Freeform 66"/>
                <p:cNvSpPr/>
                <p:nvPr/>
              </p:nvSpPr>
              <p:spPr>
                <a:xfrm rot="-9313275">
                  <a:off x="3376226" y="4268184"/>
                  <a:ext cx="77299" cy="674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99" h="674669">
                      <a:moveTo>
                        <a:pt x="0" y="0"/>
                      </a:moveTo>
                      <a:lnTo>
                        <a:pt x="77300" y="0"/>
                      </a:lnTo>
                      <a:lnTo>
                        <a:pt x="77300" y="674670"/>
                      </a:lnTo>
                      <a:lnTo>
                        <a:pt x="0" y="67467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7" name="Freeform 67"/>
                <p:cNvSpPr/>
                <p:nvPr/>
              </p:nvSpPr>
              <p:spPr>
                <a:xfrm>
                  <a:off x="3491566" y="4094063"/>
                  <a:ext cx="160322" cy="2356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322" h="235696">
                      <a:moveTo>
                        <a:pt x="160323" y="0"/>
                      </a:moveTo>
                      <a:lnTo>
                        <a:pt x="0" y="175248"/>
                      </a:lnTo>
                      <a:lnTo>
                        <a:pt x="130962" y="235697"/>
                      </a:lnTo>
                      <a:close/>
                    </a:path>
                  </a:pathLst>
                </a:custGeom>
                <a:solidFill>
                  <a:srgbClr val="0B2D4E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8" name="Freeform 68"/>
                <p:cNvSpPr/>
                <p:nvPr/>
              </p:nvSpPr>
              <p:spPr>
                <a:xfrm>
                  <a:off x="3491566" y="4185471"/>
                  <a:ext cx="145008" cy="144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008" h="144288">
                      <a:moveTo>
                        <a:pt x="76698" y="0"/>
                      </a:moveTo>
                      <a:lnTo>
                        <a:pt x="0" y="83839"/>
                      </a:lnTo>
                      <a:lnTo>
                        <a:pt x="130962" y="144288"/>
                      </a:lnTo>
                      <a:lnTo>
                        <a:pt x="145008" y="31534"/>
                      </a:lnTo>
                      <a:close/>
                    </a:path>
                  </a:pathLst>
                </a:custGeom>
                <a:solidFill>
                  <a:srgbClr val="FFE9CC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69" name="Freeform 69"/>
                <p:cNvSpPr/>
                <p:nvPr/>
              </p:nvSpPr>
              <p:spPr>
                <a:xfrm rot="-9313419">
                  <a:off x="3187503" y="4908092"/>
                  <a:ext cx="141981" cy="70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81" h="70285">
                      <a:moveTo>
                        <a:pt x="0" y="0"/>
                      </a:moveTo>
                      <a:lnTo>
                        <a:pt x="141981" y="0"/>
                      </a:lnTo>
                      <a:lnTo>
                        <a:pt x="141981" y="70286"/>
                      </a:lnTo>
                      <a:lnTo>
                        <a:pt x="0" y="70286"/>
                      </a:lnTo>
                      <a:close/>
                    </a:path>
                  </a:pathLst>
                </a:custGeom>
                <a:solidFill>
                  <a:srgbClr val="51666F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0" name="Freeform 70"/>
                <p:cNvSpPr/>
                <p:nvPr/>
              </p:nvSpPr>
              <p:spPr>
                <a:xfrm>
                  <a:off x="3153888" y="4943156"/>
                  <a:ext cx="155559" cy="120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59" h="120510">
                      <a:moveTo>
                        <a:pt x="26654" y="0"/>
                      </a:moveTo>
                      <a:lnTo>
                        <a:pt x="155559" y="59497"/>
                      </a:lnTo>
                      <a:lnTo>
                        <a:pt x="129696" y="115527"/>
                      </a:lnTo>
                      <a:cubicBezTo>
                        <a:pt x="127712" y="119826"/>
                        <a:pt x="122619" y="121703"/>
                        <a:pt x="118320" y="119719"/>
                      </a:cubicBezTo>
                      <a:lnTo>
                        <a:pt x="4983" y="67410"/>
                      </a:lnTo>
                      <a:cubicBezTo>
                        <a:pt x="684" y="65425"/>
                        <a:pt x="-1193" y="60333"/>
                        <a:pt x="791" y="56034"/>
                      </a:cubicBezTo>
                      <a:lnTo>
                        <a:pt x="26654" y="0"/>
                      </a:lnTo>
                      <a:close/>
                    </a:path>
                  </a:pathLst>
                </a:custGeom>
                <a:solidFill>
                  <a:srgbClr val="D8584E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71" name="Group 71"/>
              <p:cNvGrpSpPr/>
              <p:nvPr/>
            </p:nvGrpSpPr>
            <p:grpSpPr>
              <a:xfrm>
                <a:off x="3029558" y="4719206"/>
                <a:ext cx="429505" cy="689040"/>
                <a:chOff x="3029558" y="4719206"/>
                <a:chExt cx="429505" cy="689040"/>
              </a:xfrm>
            </p:grpSpPr>
            <p:sp>
              <p:nvSpPr>
                <p:cNvPr id="72" name="Freeform 72"/>
                <p:cNvSpPr/>
                <p:nvPr/>
              </p:nvSpPr>
              <p:spPr>
                <a:xfrm rot="-10800000">
                  <a:off x="3029560" y="4719206"/>
                  <a:ext cx="429503" cy="689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503" h="689040">
                      <a:moveTo>
                        <a:pt x="0" y="0"/>
                      </a:moveTo>
                      <a:lnTo>
                        <a:pt x="429504" y="0"/>
                      </a:lnTo>
                      <a:lnTo>
                        <a:pt x="429504" y="689040"/>
                      </a:lnTo>
                      <a:lnTo>
                        <a:pt x="0" y="689040"/>
                      </a:lnTo>
                      <a:close/>
                    </a:path>
                  </a:pathLst>
                </a:custGeom>
                <a:solidFill>
                  <a:srgbClr val="381F7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73" name="Freeform 73"/>
                <p:cNvSpPr/>
                <p:nvPr/>
              </p:nvSpPr>
              <p:spPr>
                <a:xfrm rot="-10800000">
                  <a:off x="3029558" y="4719206"/>
                  <a:ext cx="214753" cy="689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753" h="689040">
                      <a:moveTo>
                        <a:pt x="0" y="0"/>
                      </a:moveTo>
                      <a:lnTo>
                        <a:pt x="214754" y="0"/>
                      </a:lnTo>
                      <a:lnTo>
                        <a:pt x="214754" y="689040"/>
                      </a:lnTo>
                      <a:lnTo>
                        <a:pt x="0" y="689040"/>
                      </a:lnTo>
                      <a:close/>
                    </a:path>
                  </a:pathLst>
                </a:custGeom>
                <a:solidFill>
                  <a:srgbClr val="000000">
                    <a:alpha val="10000"/>
                  </a:srgbClr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</p:grpSp>
        <p:grpSp>
          <p:nvGrpSpPr>
            <p:cNvPr id="74" name="Group 74"/>
            <p:cNvGrpSpPr/>
            <p:nvPr/>
          </p:nvGrpSpPr>
          <p:grpSpPr>
            <a:xfrm>
              <a:off x="2091651" y="2441100"/>
              <a:ext cx="369964" cy="352344"/>
              <a:chOff x="3611045" y="4607135"/>
              <a:chExt cx="842938" cy="80279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3611045" y="4607135"/>
                <a:ext cx="560457" cy="802788"/>
              </a:xfrm>
              <a:custGeom>
                <a:avLst/>
                <a:gdLst/>
                <a:ahLst/>
                <a:cxnLst/>
                <a:rect l="l" t="t" r="r" b="b"/>
                <a:pathLst>
                  <a:path w="560457" h="802788">
                    <a:moveTo>
                      <a:pt x="414725" y="802789"/>
                    </a:moveTo>
                    <a:lnTo>
                      <a:pt x="145733" y="802789"/>
                    </a:lnTo>
                    <a:cubicBezTo>
                      <a:pt x="65245" y="802789"/>
                      <a:pt x="0" y="737544"/>
                      <a:pt x="0" y="657056"/>
                    </a:cubicBezTo>
                    <a:lnTo>
                      <a:pt x="0" y="0"/>
                    </a:lnTo>
                    <a:lnTo>
                      <a:pt x="560457" y="0"/>
                    </a:lnTo>
                    <a:lnTo>
                      <a:pt x="560457" y="657056"/>
                    </a:lnTo>
                    <a:cubicBezTo>
                      <a:pt x="560457" y="737544"/>
                      <a:pt x="495212" y="802789"/>
                      <a:pt x="414725" y="802789"/>
                    </a:cubicBezTo>
                    <a:close/>
                  </a:path>
                </a:pathLst>
              </a:custGeom>
              <a:solidFill>
                <a:srgbClr val="FFC73C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3967293" y="4788705"/>
                <a:ext cx="486691" cy="493840"/>
              </a:xfrm>
              <a:custGeom>
                <a:avLst/>
                <a:gdLst/>
                <a:ahLst/>
                <a:cxnLst/>
                <a:rect l="l" t="t" r="r" b="b"/>
                <a:pathLst>
                  <a:path w="486691" h="493840">
                    <a:moveTo>
                      <a:pt x="243348" y="0"/>
                    </a:moveTo>
                    <a:cubicBezTo>
                      <a:pt x="108952" y="0"/>
                      <a:pt x="0" y="110547"/>
                      <a:pt x="0" y="246918"/>
                    </a:cubicBezTo>
                    <a:cubicBezTo>
                      <a:pt x="0" y="383289"/>
                      <a:pt x="108952" y="493840"/>
                      <a:pt x="243348" y="493840"/>
                    </a:cubicBezTo>
                    <a:cubicBezTo>
                      <a:pt x="377743" y="493840"/>
                      <a:pt x="486691" y="383289"/>
                      <a:pt x="486691" y="246918"/>
                    </a:cubicBezTo>
                    <a:cubicBezTo>
                      <a:pt x="486691" y="110547"/>
                      <a:pt x="377743" y="0"/>
                      <a:pt x="243348" y="0"/>
                    </a:cubicBezTo>
                    <a:close/>
                    <a:moveTo>
                      <a:pt x="243348" y="405784"/>
                    </a:moveTo>
                    <a:cubicBezTo>
                      <a:pt x="156877" y="405784"/>
                      <a:pt x="86779" y="334658"/>
                      <a:pt x="86779" y="246918"/>
                    </a:cubicBezTo>
                    <a:cubicBezTo>
                      <a:pt x="86779" y="159179"/>
                      <a:pt x="156877" y="88052"/>
                      <a:pt x="243348" y="88052"/>
                    </a:cubicBezTo>
                    <a:cubicBezTo>
                      <a:pt x="329814" y="88052"/>
                      <a:pt x="399912" y="159179"/>
                      <a:pt x="399912" y="246918"/>
                    </a:cubicBezTo>
                    <a:cubicBezTo>
                      <a:pt x="399912" y="334658"/>
                      <a:pt x="329814" y="405784"/>
                      <a:pt x="243348" y="405784"/>
                    </a:cubicBezTo>
                    <a:close/>
                  </a:path>
                </a:pathLst>
              </a:custGeom>
              <a:solidFill>
                <a:srgbClr val="FFC73C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3664546" y="4653924"/>
                <a:ext cx="60603" cy="451286"/>
              </a:xfrm>
              <a:custGeom>
                <a:avLst/>
                <a:gdLst/>
                <a:ahLst/>
                <a:cxnLst/>
                <a:rect l="l" t="t" r="r" b="b"/>
                <a:pathLst>
                  <a:path w="60603" h="451286">
                    <a:moveTo>
                      <a:pt x="30304" y="451286"/>
                    </a:moveTo>
                    <a:lnTo>
                      <a:pt x="30304" y="451286"/>
                    </a:lnTo>
                    <a:cubicBezTo>
                      <a:pt x="13639" y="451286"/>
                      <a:pt x="0" y="437652"/>
                      <a:pt x="0" y="420991"/>
                    </a:cubicBezTo>
                    <a:lnTo>
                      <a:pt x="0" y="30299"/>
                    </a:lnTo>
                    <a:cubicBezTo>
                      <a:pt x="0" y="13635"/>
                      <a:pt x="13635" y="0"/>
                      <a:pt x="30304" y="0"/>
                    </a:cubicBezTo>
                    <a:lnTo>
                      <a:pt x="30304" y="0"/>
                    </a:lnTo>
                    <a:cubicBezTo>
                      <a:pt x="46969" y="0"/>
                      <a:pt x="60603" y="13635"/>
                      <a:pt x="60603" y="30299"/>
                    </a:cubicBezTo>
                    <a:lnTo>
                      <a:pt x="60603" y="420991"/>
                    </a:lnTo>
                    <a:cubicBezTo>
                      <a:pt x="60603" y="437656"/>
                      <a:pt x="46969" y="451286"/>
                      <a:pt x="30304" y="451286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3900131" y="4607135"/>
                <a:ext cx="271371" cy="802793"/>
              </a:xfrm>
              <a:custGeom>
                <a:avLst/>
                <a:gdLst/>
                <a:ahLst/>
                <a:cxnLst/>
                <a:rect l="l" t="t" r="r" b="b"/>
                <a:pathLst>
                  <a:path w="271371" h="802793">
                    <a:moveTo>
                      <a:pt x="141939" y="0"/>
                    </a:moveTo>
                    <a:lnTo>
                      <a:pt x="141939" y="660854"/>
                    </a:lnTo>
                    <a:cubicBezTo>
                      <a:pt x="141939" y="739241"/>
                      <a:pt x="78391" y="802793"/>
                      <a:pt x="0" y="802793"/>
                    </a:cubicBezTo>
                    <a:lnTo>
                      <a:pt x="129432" y="802793"/>
                    </a:lnTo>
                    <a:cubicBezTo>
                      <a:pt x="207823" y="802793"/>
                      <a:pt x="271371" y="739245"/>
                      <a:pt x="271371" y="660854"/>
                    </a:cubicBezTo>
                    <a:lnTo>
                      <a:pt x="271371" y="0"/>
                    </a:lnTo>
                    <a:lnTo>
                      <a:pt x="141939" y="0"/>
                    </a:lnTo>
                    <a:close/>
                  </a:path>
                </a:pathLst>
              </a:custGeom>
              <a:solidFill>
                <a:srgbClr val="EFB126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4294066" y="1139550"/>
              <a:ext cx="898819" cy="1652743"/>
              <a:chOff x="8629104" y="1641638"/>
              <a:chExt cx="2047901" cy="3765667"/>
            </a:xfrm>
          </p:grpSpPr>
          <p:grpSp>
            <p:nvGrpSpPr>
              <p:cNvPr id="80" name="Group 80"/>
              <p:cNvGrpSpPr/>
              <p:nvPr/>
            </p:nvGrpSpPr>
            <p:grpSpPr>
              <a:xfrm>
                <a:off x="8629104" y="1641638"/>
                <a:ext cx="1346929" cy="2987237"/>
                <a:chOff x="8629104" y="1641638"/>
                <a:chExt cx="1346929" cy="2987237"/>
              </a:xfrm>
            </p:grpSpPr>
            <p:sp>
              <p:nvSpPr>
                <p:cNvPr id="81" name="Freeform 81"/>
                <p:cNvSpPr/>
                <p:nvPr/>
              </p:nvSpPr>
              <p:spPr>
                <a:xfrm>
                  <a:off x="8726567" y="1729300"/>
                  <a:ext cx="1249466" cy="2765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9466" h="2765574">
                      <a:moveTo>
                        <a:pt x="715861" y="205702"/>
                      </a:moveTo>
                      <a:cubicBezTo>
                        <a:pt x="659866" y="205376"/>
                        <a:pt x="605517" y="198175"/>
                        <a:pt x="567158" y="143242"/>
                      </a:cubicBezTo>
                      <a:cubicBezTo>
                        <a:pt x="491870" y="35426"/>
                        <a:pt x="376956" y="-61366"/>
                        <a:pt x="248081" y="48272"/>
                      </a:cubicBezTo>
                      <a:cubicBezTo>
                        <a:pt x="173753" y="111507"/>
                        <a:pt x="229646" y="241590"/>
                        <a:pt x="165674" y="304161"/>
                      </a:cubicBezTo>
                      <a:cubicBezTo>
                        <a:pt x="109104" y="359497"/>
                        <a:pt x="37168" y="350350"/>
                        <a:pt x="8236" y="442191"/>
                      </a:cubicBezTo>
                      <a:cubicBezTo>
                        <a:pt x="-34327" y="577298"/>
                        <a:pt x="99815" y="695684"/>
                        <a:pt x="142880" y="812515"/>
                      </a:cubicBezTo>
                      <a:cubicBezTo>
                        <a:pt x="179017" y="910558"/>
                        <a:pt x="97741" y="947921"/>
                        <a:pt x="61227" y="1024320"/>
                      </a:cubicBezTo>
                      <a:cubicBezTo>
                        <a:pt x="33075" y="1083221"/>
                        <a:pt x="47549" y="1146306"/>
                        <a:pt x="78226" y="1202615"/>
                      </a:cubicBezTo>
                      <a:cubicBezTo>
                        <a:pt x="132318" y="1301906"/>
                        <a:pt x="252247" y="1381844"/>
                        <a:pt x="224464" y="1510410"/>
                      </a:cubicBezTo>
                      <a:cubicBezTo>
                        <a:pt x="201276" y="1617712"/>
                        <a:pt x="179712" y="1713343"/>
                        <a:pt x="274390" y="1794666"/>
                      </a:cubicBezTo>
                      <a:cubicBezTo>
                        <a:pt x="339293" y="1850413"/>
                        <a:pt x="459715" y="1901218"/>
                        <a:pt x="450538" y="2004401"/>
                      </a:cubicBezTo>
                      <a:cubicBezTo>
                        <a:pt x="447290" y="2040911"/>
                        <a:pt x="422018" y="2072038"/>
                        <a:pt x="415091" y="2108034"/>
                      </a:cubicBezTo>
                      <a:cubicBezTo>
                        <a:pt x="404127" y="2165002"/>
                        <a:pt x="441027" y="2220449"/>
                        <a:pt x="483885" y="2259548"/>
                      </a:cubicBezTo>
                      <a:cubicBezTo>
                        <a:pt x="581393" y="2348514"/>
                        <a:pt x="667036" y="2432417"/>
                        <a:pt x="740078" y="2544352"/>
                      </a:cubicBezTo>
                      <a:cubicBezTo>
                        <a:pt x="771291" y="2592183"/>
                        <a:pt x="896240" y="2700183"/>
                        <a:pt x="846305" y="2765574"/>
                      </a:cubicBezTo>
                      <a:cubicBezTo>
                        <a:pt x="937075" y="2646713"/>
                        <a:pt x="1033009" y="2531447"/>
                        <a:pt x="1115485" y="2406489"/>
                      </a:cubicBezTo>
                      <a:cubicBezTo>
                        <a:pt x="1183320" y="2303714"/>
                        <a:pt x="1285577" y="2153399"/>
                        <a:pt x="1215968" y="2026818"/>
                      </a:cubicBezTo>
                      <a:cubicBezTo>
                        <a:pt x="1194318" y="1987449"/>
                        <a:pt x="1154057" y="1958109"/>
                        <a:pt x="1143020" y="1914548"/>
                      </a:cubicBezTo>
                      <a:cubicBezTo>
                        <a:pt x="1123102" y="1835891"/>
                        <a:pt x="1200384" y="1762965"/>
                        <a:pt x="1229114" y="1696048"/>
                      </a:cubicBezTo>
                      <a:cubicBezTo>
                        <a:pt x="1274223" y="1590983"/>
                        <a:pt x="1241120" y="1468958"/>
                        <a:pt x="1161662" y="1390091"/>
                      </a:cubicBezTo>
                      <a:cubicBezTo>
                        <a:pt x="1124067" y="1352775"/>
                        <a:pt x="1083270" y="1311743"/>
                        <a:pt x="1077749" y="1259060"/>
                      </a:cubicBezTo>
                      <a:cubicBezTo>
                        <a:pt x="1071719" y="1201535"/>
                        <a:pt x="1107788" y="1147901"/>
                        <a:pt x="1124148" y="1094841"/>
                      </a:cubicBezTo>
                      <a:cubicBezTo>
                        <a:pt x="1139235" y="1045922"/>
                        <a:pt x="1148631" y="993917"/>
                        <a:pt x="1154139" y="943108"/>
                      </a:cubicBezTo>
                      <a:cubicBezTo>
                        <a:pt x="1158026" y="907228"/>
                        <a:pt x="1159527" y="870516"/>
                        <a:pt x="1151087" y="835429"/>
                      </a:cubicBezTo>
                      <a:cubicBezTo>
                        <a:pt x="1135039" y="768696"/>
                        <a:pt x="1074946" y="731599"/>
                        <a:pt x="1030463" y="684249"/>
                      </a:cubicBezTo>
                      <a:cubicBezTo>
                        <a:pt x="924571" y="571524"/>
                        <a:pt x="980233" y="438981"/>
                        <a:pt x="933971" y="307971"/>
                      </a:cubicBezTo>
                      <a:cubicBezTo>
                        <a:pt x="892446" y="190370"/>
                        <a:pt x="802200" y="206207"/>
                        <a:pt x="715861" y="205702"/>
                      </a:cubicBezTo>
                      <a:close/>
                    </a:path>
                  </a:pathLst>
                </a:custGeom>
                <a:solidFill>
                  <a:srgbClr val="3DC8E8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82" name="Group 82"/>
                <p:cNvGrpSpPr/>
                <p:nvPr/>
              </p:nvGrpSpPr>
              <p:grpSpPr>
                <a:xfrm>
                  <a:off x="8629104" y="1641638"/>
                  <a:ext cx="1277705" cy="2987237"/>
                  <a:chOff x="8629104" y="1641638"/>
                  <a:chExt cx="1277705" cy="2987237"/>
                </a:xfrm>
                <a:noFill/>
              </p:grpSpPr>
              <p:sp>
                <p:nvSpPr>
                  <p:cNvPr id="83" name="Freeform 83"/>
                  <p:cNvSpPr/>
                  <p:nvPr/>
                </p:nvSpPr>
                <p:spPr>
                  <a:xfrm>
                    <a:off x="8984906" y="1641638"/>
                    <a:ext cx="615144" cy="2987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5144" h="2987237">
                        <a:moveTo>
                          <a:pt x="599226" y="2987238"/>
                        </a:moveTo>
                        <a:cubicBezTo>
                          <a:pt x="638557" y="2536556"/>
                          <a:pt x="602433" y="2082299"/>
                          <a:pt x="519180" y="1638449"/>
                        </a:cubicBezTo>
                        <a:cubicBezTo>
                          <a:pt x="439756" y="1215040"/>
                          <a:pt x="335518" y="790174"/>
                          <a:pt x="177477" y="388797"/>
                        </a:cubicBezTo>
                        <a:cubicBezTo>
                          <a:pt x="125257" y="256181"/>
                          <a:pt x="66625" y="126024"/>
                          <a:pt x="0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26A8D1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84" name="Freeform 84"/>
                  <p:cNvSpPr/>
                  <p:nvPr/>
                </p:nvSpPr>
                <p:spPr>
                  <a:xfrm>
                    <a:off x="8629104" y="2245973"/>
                    <a:ext cx="745498" cy="4054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5498" h="405474">
                        <a:moveTo>
                          <a:pt x="0" y="0"/>
                        </a:moveTo>
                        <a:cubicBezTo>
                          <a:pt x="221830" y="78301"/>
                          <a:pt x="433413" y="185573"/>
                          <a:pt x="627678" y="318237"/>
                        </a:cubicBezTo>
                        <a:cubicBezTo>
                          <a:pt x="676966" y="351893"/>
                          <a:pt x="704411" y="362192"/>
                          <a:pt x="745499" y="405475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26A8D1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85" name="Freeform 85"/>
                  <p:cNvSpPr/>
                  <p:nvPr/>
                </p:nvSpPr>
                <p:spPr>
                  <a:xfrm>
                    <a:off x="8775287" y="2862349"/>
                    <a:ext cx="704509" cy="2719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4509" h="271941">
                        <a:moveTo>
                          <a:pt x="704509" y="271941"/>
                        </a:moveTo>
                        <a:cubicBezTo>
                          <a:pt x="491598" y="134348"/>
                          <a:pt x="250141" y="41144"/>
                          <a:pt x="0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26A8D1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86" name="Freeform 86"/>
                  <p:cNvSpPr/>
                  <p:nvPr/>
                </p:nvSpPr>
                <p:spPr>
                  <a:xfrm>
                    <a:off x="8868238" y="3366437"/>
                    <a:ext cx="695765" cy="3492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5765" h="349230">
                        <a:moveTo>
                          <a:pt x="695765" y="349231"/>
                        </a:moveTo>
                        <a:cubicBezTo>
                          <a:pt x="497616" y="177519"/>
                          <a:pt x="256081" y="56283"/>
                          <a:pt x="0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26A8D1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87" name="Freeform 87"/>
                  <p:cNvSpPr/>
                  <p:nvPr/>
                </p:nvSpPr>
                <p:spPr>
                  <a:xfrm>
                    <a:off x="9363591" y="1945314"/>
                    <a:ext cx="174171" cy="6912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71" h="691290">
                        <a:moveTo>
                          <a:pt x="0" y="691291"/>
                        </a:moveTo>
                        <a:cubicBezTo>
                          <a:pt x="15486" y="452846"/>
                          <a:pt x="74829" y="217317"/>
                          <a:pt x="174172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26A8D1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88" name="Freeform 88"/>
                  <p:cNvSpPr/>
                  <p:nvPr/>
                </p:nvSpPr>
                <p:spPr>
                  <a:xfrm>
                    <a:off x="9477083" y="2547562"/>
                    <a:ext cx="424373" cy="567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4373" h="567070">
                        <a:moveTo>
                          <a:pt x="0" y="567071"/>
                        </a:moveTo>
                        <a:cubicBezTo>
                          <a:pt x="100680" y="351678"/>
                          <a:pt x="246116" y="157340"/>
                          <a:pt x="424373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26A8D1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89" name="Freeform 89"/>
                  <p:cNvSpPr/>
                  <p:nvPr/>
                </p:nvSpPr>
                <p:spPr>
                  <a:xfrm>
                    <a:off x="9577192" y="3226787"/>
                    <a:ext cx="329617" cy="5054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617" h="505417">
                        <a:moveTo>
                          <a:pt x="0" y="505418"/>
                        </a:moveTo>
                        <a:cubicBezTo>
                          <a:pt x="13914" y="438873"/>
                          <a:pt x="38320" y="374528"/>
                          <a:pt x="72031" y="315489"/>
                        </a:cubicBezTo>
                        <a:cubicBezTo>
                          <a:pt x="111250" y="246811"/>
                          <a:pt x="162569" y="185903"/>
                          <a:pt x="214819" y="126539"/>
                        </a:cubicBezTo>
                        <a:cubicBezTo>
                          <a:pt x="252447" y="83783"/>
                          <a:pt x="290720" y="41598"/>
                          <a:pt x="329617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26A8D1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</p:grpSp>
          <p:grpSp>
            <p:nvGrpSpPr>
              <p:cNvPr id="90" name="Group 90"/>
              <p:cNvGrpSpPr/>
              <p:nvPr/>
            </p:nvGrpSpPr>
            <p:grpSpPr>
              <a:xfrm>
                <a:off x="9482456" y="2606965"/>
                <a:ext cx="1194549" cy="2083923"/>
                <a:chOff x="9482456" y="2606965"/>
                <a:chExt cx="1194549" cy="2083923"/>
              </a:xfrm>
            </p:grpSpPr>
            <p:sp>
              <p:nvSpPr>
                <p:cNvPr id="91" name="Freeform 91"/>
                <p:cNvSpPr/>
                <p:nvPr/>
              </p:nvSpPr>
              <p:spPr>
                <a:xfrm>
                  <a:off x="9482456" y="2654082"/>
                  <a:ext cx="1129100" cy="1941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100" h="1941171">
                      <a:moveTo>
                        <a:pt x="647633" y="102357"/>
                      </a:moveTo>
                      <a:cubicBezTo>
                        <a:pt x="688296" y="109871"/>
                        <a:pt x="728716" y="112169"/>
                        <a:pt x="764141" y="77634"/>
                      </a:cubicBezTo>
                      <a:cubicBezTo>
                        <a:pt x="833672" y="9847"/>
                        <a:pt x="930431" y="-44460"/>
                        <a:pt x="1008736" y="52911"/>
                      </a:cubicBezTo>
                      <a:cubicBezTo>
                        <a:pt x="1053900" y="109065"/>
                        <a:pt x="995351" y="195690"/>
                        <a:pt x="1033095" y="249933"/>
                      </a:cubicBezTo>
                      <a:cubicBezTo>
                        <a:pt x="1066471" y="297900"/>
                        <a:pt x="1119917" y="301222"/>
                        <a:pt x="1128194" y="371847"/>
                      </a:cubicBezTo>
                      <a:cubicBezTo>
                        <a:pt x="1140367" y="475741"/>
                        <a:pt x="1026678" y="543048"/>
                        <a:pt x="979268" y="621834"/>
                      </a:cubicBezTo>
                      <a:cubicBezTo>
                        <a:pt x="939483" y="687949"/>
                        <a:pt x="993267" y="726303"/>
                        <a:pt x="1009177" y="786773"/>
                      </a:cubicBezTo>
                      <a:cubicBezTo>
                        <a:pt x="1021445" y="833394"/>
                        <a:pt x="1002212" y="877153"/>
                        <a:pt x="972170" y="913753"/>
                      </a:cubicBezTo>
                      <a:cubicBezTo>
                        <a:pt x="919188" y="978287"/>
                        <a:pt x="821132" y="1019675"/>
                        <a:pt x="823488" y="1116780"/>
                      </a:cubicBezTo>
                      <a:cubicBezTo>
                        <a:pt x="825456" y="1197824"/>
                        <a:pt x="827865" y="1270176"/>
                        <a:pt x="747926" y="1316060"/>
                      </a:cubicBezTo>
                      <a:cubicBezTo>
                        <a:pt x="693135" y="1347517"/>
                        <a:pt x="598748" y="1367697"/>
                        <a:pt x="591123" y="1443812"/>
                      </a:cubicBezTo>
                      <a:cubicBezTo>
                        <a:pt x="588427" y="1470747"/>
                        <a:pt x="602447" y="1496820"/>
                        <a:pt x="602490" y="1523892"/>
                      </a:cubicBezTo>
                      <a:cubicBezTo>
                        <a:pt x="602558" y="1566733"/>
                        <a:pt x="568114" y="1601842"/>
                        <a:pt x="531616" y="1624276"/>
                      </a:cubicBezTo>
                      <a:cubicBezTo>
                        <a:pt x="448570" y="1675312"/>
                        <a:pt x="374834" y="1724322"/>
                        <a:pt x="306361" y="1795405"/>
                      </a:cubicBezTo>
                      <a:cubicBezTo>
                        <a:pt x="277103" y="1825781"/>
                        <a:pt x="171516" y="1886826"/>
                        <a:pt x="198686" y="1941172"/>
                      </a:cubicBezTo>
                      <a:cubicBezTo>
                        <a:pt x="149295" y="1842386"/>
                        <a:pt x="95662" y="1745500"/>
                        <a:pt x="53134" y="1643440"/>
                      </a:cubicBezTo>
                      <a:cubicBezTo>
                        <a:pt x="18154" y="1559502"/>
                        <a:pt x="-35214" y="1436311"/>
                        <a:pt x="32800" y="1354127"/>
                      </a:cubicBezTo>
                      <a:cubicBezTo>
                        <a:pt x="53953" y="1328568"/>
                        <a:pt x="87218" y="1312854"/>
                        <a:pt x="101251" y="1282786"/>
                      </a:cubicBezTo>
                      <a:cubicBezTo>
                        <a:pt x="126588" y="1228488"/>
                        <a:pt x="80621" y="1164893"/>
                        <a:pt x="69044" y="1112374"/>
                      </a:cubicBezTo>
                      <a:cubicBezTo>
                        <a:pt x="50867" y="1029919"/>
                        <a:pt x="91770" y="945986"/>
                        <a:pt x="160324" y="899780"/>
                      </a:cubicBezTo>
                      <a:cubicBezTo>
                        <a:pt x="192759" y="877916"/>
                        <a:pt x="228030" y="853797"/>
                        <a:pt x="239329" y="816348"/>
                      </a:cubicBezTo>
                      <a:cubicBezTo>
                        <a:pt x="251664" y="775457"/>
                        <a:pt x="232924" y="731557"/>
                        <a:pt x="228403" y="690804"/>
                      </a:cubicBezTo>
                      <a:cubicBezTo>
                        <a:pt x="224233" y="653230"/>
                        <a:pt x="224609" y="614208"/>
                        <a:pt x="227648" y="576588"/>
                      </a:cubicBezTo>
                      <a:cubicBezTo>
                        <a:pt x="229791" y="550022"/>
                        <a:pt x="233791" y="523186"/>
                        <a:pt x="244768" y="498900"/>
                      </a:cubicBezTo>
                      <a:cubicBezTo>
                        <a:pt x="265646" y="452715"/>
                        <a:pt x="314373" y="434126"/>
                        <a:pt x="353189" y="405935"/>
                      </a:cubicBezTo>
                      <a:cubicBezTo>
                        <a:pt x="445605" y="338825"/>
                        <a:pt x="423573" y="234974"/>
                        <a:pt x="475261" y="146347"/>
                      </a:cubicBezTo>
                      <a:cubicBezTo>
                        <a:pt x="521663" y="66794"/>
                        <a:pt x="584933" y="90772"/>
                        <a:pt x="647633" y="102357"/>
                      </a:cubicBezTo>
                      <a:close/>
                    </a:path>
                  </a:pathLst>
                </a:custGeom>
                <a:solidFill>
                  <a:srgbClr val="26A8D1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grpSp>
              <p:nvGrpSpPr>
                <p:cNvPr id="92" name="Group 92"/>
                <p:cNvGrpSpPr/>
                <p:nvPr/>
              </p:nvGrpSpPr>
              <p:grpSpPr>
                <a:xfrm>
                  <a:off x="9614440" y="2606965"/>
                  <a:ext cx="1062565" cy="2083923"/>
                  <a:chOff x="9614440" y="2606965"/>
                  <a:chExt cx="1062565" cy="2083923"/>
                </a:xfrm>
                <a:noFill/>
              </p:grpSpPr>
              <p:sp>
                <p:nvSpPr>
                  <p:cNvPr id="93" name="Freeform 93"/>
                  <p:cNvSpPr/>
                  <p:nvPr/>
                </p:nvSpPr>
                <p:spPr>
                  <a:xfrm>
                    <a:off x="9654430" y="2606965"/>
                    <a:ext cx="848137" cy="2083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8137" h="2083923">
                        <a:moveTo>
                          <a:pt x="0" y="2083924"/>
                        </a:moveTo>
                        <a:cubicBezTo>
                          <a:pt x="33853" y="1751568"/>
                          <a:pt x="122930" y="1427060"/>
                          <a:pt x="244754" y="1116628"/>
                        </a:cubicBezTo>
                        <a:cubicBezTo>
                          <a:pt x="360971" y="820491"/>
                          <a:pt x="495393" y="526733"/>
                          <a:pt x="665586" y="257458"/>
                        </a:cubicBezTo>
                        <a:cubicBezTo>
                          <a:pt x="721818" y="168488"/>
                          <a:pt x="782365" y="82193"/>
                          <a:pt x="848138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3DC8E8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94" name="Freeform 94"/>
                  <p:cNvSpPr/>
                  <p:nvPr/>
                </p:nvSpPr>
                <p:spPr>
                  <a:xfrm>
                    <a:off x="10080119" y="3094582"/>
                    <a:ext cx="596886" cy="190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6886" h="190935">
                        <a:moveTo>
                          <a:pt x="596887" y="0"/>
                        </a:moveTo>
                        <a:cubicBezTo>
                          <a:pt x="425140" y="26090"/>
                          <a:pt x="256815" y="74619"/>
                          <a:pt x="97538" y="143962"/>
                        </a:cubicBezTo>
                        <a:cubicBezTo>
                          <a:pt x="57128" y="161553"/>
                          <a:pt x="35795" y="165226"/>
                          <a:pt x="0" y="190935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3DC8E8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95" name="Freeform 95"/>
                  <p:cNvSpPr/>
                  <p:nvPr/>
                </p:nvSpPr>
                <p:spPr>
                  <a:xfrm>
                    <a:off x="9936985" y="3521014"/>
                    <a:ext cx="548669" cy="100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669" h="100184">
                        <a:moveTo>
                          <a:pt x="0" y="100185"/>
                        </a:moveTo>
                        <a:cubicBezTo>
                          <a:pt x="173485" y="29848"/>
                          <a:pt x="361532" y="-4335"/>
                          <a:pt x="548669" y="44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3DC8E8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96" name="Freeform 96"/>
                  <p:cNvSpPr/>
                  <p:nvPr/>
                </p:nvSpPr>
                <p:spPr>
                  <a:xfrm>
                    <a:off x="9795431" y="3874242"/>
                    <a:ext cx="553029" cy="1570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3029" h="157018">
                        <a:moveTo>
                          <a:pt x="0" y="157018"/>
                        </a:moveTo>
                        <a:cubicBezTo>
                          <a:pt x="167499" y="59887"/>
                          <a:pt x="359484" y="5379"/>
                          <a:pt x="553030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3DC8E8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97" name="Freeform 97"/>
                  <p:cNvSpPr/>
                  <p:nvPr/>
                </p:nvSpPr>
                <p:spPr>
                  <a:xfrm>
                    <a:off x="10059507" y="2750722"/>
                    <a:ext cx="41714" cy="5255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14" h="525554">
                        <a:moveTo>
                          <a:pt x="30655" y="525554"/>
                        </a:moveTo>
                        <a:cubicBezTo>
                          <a:pt x="52425" y="350448"/>
                          <a:pt x="41979" y="171390"/>
                          <a:pt x="0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3DC8E8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98" name="Freeform 98"/>
                  <p:cNvSpPr/>
                  <p:nvPr/>
                </p:nvSpPr>
                <p:spPr>
                  <a:xfrm>
                    <a:off x="9712333" y="3137239"/>
                    <a:ext cx="229340" cy="4700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340" h="470077">
                        <a:moveTo>
                          <a:pt x="229341" y="470077"/>
                        </a:moveTo>
                        <a:cubicBezTo>
                          <a:pt x="186122" y="299905"/>
                          <a:pt x="107525" y="138802"/>
                          <a:pt x="0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3DC8E8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  <p:sp>
                <p:nvSpPr>
                  <p:cNvPr id="99" name="Freeform 99"/>
                  <p:cNvSpPr/>
                  <p:nvPr/>
                </p:nvSpPr>
                <p:spPr>
                  <a:xfrm>
                    <a:off x="9614440" y="3629184"/>
                    <a:ext cx="169135" cy="412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135" h="412243">
                        <a:moveTo>
                          <a:pt x="169135" y="412243"/>
                        </a:moveTo>
                        <a:cubicBezTo>
                          <a:pt x="168252" y="362047"/>
                          <a:pt x="159457" y="311996"/>
                          <a:pt x="143177" y="264505"/>
                        </a:cubicBezTo>
                        <a:cubicBezTo>
                          <a:pt x="124232" y="209259"/>
                          <a:pt x="95441" y="157974"/>
                          <a:pt x="65759" y="107679"/>
                        </a:cubicBezTo>
                        <a:cubicBezTo>
                          <a:pt x="44384" y="71456"/>
                          <a:pt x="22460" y="35559"/>
                          <a:pt x="0" y="0"/>
                        </a:cubicBezTo>
                      </a:path>
                    </a:pathLst>
                  </a:custGeom>
                  <a:noFill/>
                  <a:ln w="21422" cap="flat">
                    <a:solidFill>
                      <a:srgbClr val="3DC8E8"/>
                    </a:solidFill>
                    <a:prstDash val="solid"/>
                    <a:miter lim="800000"/>
                  </a:ln>
                </p:spPr>
                <p:txBody>
                  <a:bodyPr vert="horz" lIns="91440" tIns="45720" rIns="91440" bIns="45720" anchor="ctr">
                    <a:normAutofit/>
                  </a:bodyPr>
                  <a:lstStyle/>
                  <a:p>
                    <a:pPr marL="0" algn="l"/>
                    <a:endParaRPr/>
                  </a:p>
                </p:txBody>
              </p:sp>
            </p:grpSp>
          </p:grpSp>
          <p:sp>
            <p:nvSpPr>
              <p:cNvPr id="100" name="Freeform 100"/>
              <p:cNvSpPr/>
              <p:nvPr/>
            </p:nvSpPr>
            <p:spPr>
              <a:xfrm>
                <a:off x="9259079" y="4575781"/>
                <a:ext cx="830902" cy="831524"/>
              </a:xfrm>
              <a:custGeom>
                <a:avLst/>
                <a:gdLst/>
                <a:ahLst/>
                <a:cxnLst/>
                <a:rect l="l" t="t" r="r" b="b"/>
                <a:pathLst>
                  <a:path w="830902" h="831524">
                    <a:moveTo>
                      <a:pt x="0" y="0"/>
                    </a:moveTo>
                    <a:lnTo>
                      <a:pt x="830903" y="0"/>
                    </a:lnTo>
                    <a:lnTo>
                      <a:pt x="685131" y="831524"/>
                    </a:lnTo>
                    <a:lnTo>
                      <a:pt x="145775" y="831524"/>
                    </a:lnTo>
                    <a:close/>
                  </a:path>
                </a:pathLst>
              </a:custGeom>
              <a:solidFill>
                <a:srgbClr val="EFB126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1" name="Freeform 101"/>
              <p:cNvSpPr/>
              <p:nvPr/>
            </p:nvSpPr>
            <p:spPr>
              <a:xfrm rot="-10800000">
                <a:off x="9157353" y="4342384"/>
                <a:ext cx="1034353" cy="233399"/>
              </a:xfrm>
              <a:custGeom>
                <a:avLst/>
                <a:gdLst/>
                <a:ahLst/>
                <a:cxnLst/>
                <a:rect l="l" t="t" r="r" b="b"/>
                <a:pathLst>
                  <a:path w="1034353" h="233399">
                    <a:moveTo>
                      <a:pt x="0" y="0"/>
                    </a:moveTo>
                    <a:lnTo>
                      <a:pt x="1034354" y="0"/>
                    </a:lnTo>
                    <a:lnTo>
                      <a:pt x="1034354" y="233399"/>
                    </a:lnTo>
                    <a:lnTo>
                      <a:pt x="0" y="233399"/>
                    </a:lnTo>
                    <a:close/>
                  </a:path>
                </a:pathLst>
              </a:custGeom>
              <a:solidFill>
                <a:srgbClr val="FFC73C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2" name="Freeform 102"/>
              <p:cNvSpPr/>
              <p:nvPr/>
            </p:nvSpPr>
            <p:spPr>
              <a:xfrm>
                <a:off x="9259079" y="4575781"/>
                <a:ext cx="830902" cy="110272"/>
              </a:xfrm>
              <a:custGeom>
                <a:avLst/>
                <a:gdLst/>
                <a:ahLst/>
                <a:cxnLst/>
                <a:rect l="l" t="t" r="r" b="b"/>
                <a:pathLst>
                  <a:path w="830902" h="110272">
                    <a:moveTo>
                      <a:pt x="811572" y="110273"/>
                    </a:moveTo>
                    <a:lnTo>
                      <a:pt x="19331" y="110273"/>
                    </a:lnTo>
                    <a:lnTo>
                      <a:pt x="0" y="0"/>
                    </a:lnTo>
                    <a:lnTo>
                      <a:pt x="830903" y="0"/>
                    </a:lnTo>
                    <a:close/>
                  </a:path>
                </a:pathLst>
              </a:custGeom>
              <a:solidFill>
                <a:srgbClr val="231F20">
                  <a:alpha val="10000"/>
                </a:srgbClr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3919872" y="1942203"/>
              <a:ext cx="833944" cy="849780"/>
              <a:chOff x="7776526" y="3470430"/>
              <a:chExt cx="1900086" cy="1936167"/>
            </a:xfrm>
          </p:grpSpPr>
          <p:grpSp>
            <p:nvGrpSpPr>
              <p:cNvPr id="104" name="Group 104"/>
              <p:cNvGrpSpPr/>
              <p:nvPr/>
            </p:nvGrpSpPr>
            <p:grpSpPr>
              <a:xfrm>
                <a:off x="7886533" y="5064084"/>
                <a:ext cx="1640068" cy="342513"/>
                <a:chOff x="7886533" y="5064084"/>
                <a:chExt cx="1640068" cy="342513"/>
              </a:xfrm>
            </p:grpSpPr>
            <p:sp>
              <p:nvSpPr>
                <p:cNvPr id="105" name="Freeform 105"/>
                <p:cNvSpPr/>
                <p:nvPr/>
              </p:nvSpPr>
              <p:spPr>
                <a:xfrm>
                  <a:off x="7886533" y="5064084"/>
                  <a:ext cx="1490063" cy="34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0063" h="342513">
                      <a:moveTo>
                        <a:pt x="1490064" y="342514"/>
                      </a:moveTo>
                      <a:lnTo>
                        <a:pt x="195007" y="342514"/>
                      </a:lnTo>
                      <a:cubicBezTo>
                        <a:pt x="87306" y="342514"/>
                        <a:pt x="0" y="274555"/>
                        <a:pt x="0" y="190717"/>
                      </a:cubicBezTo>
                      <a:lnTo>
                        <a:pt x="0" y="151797"/>
                      </a:lnTo>
                      <a:cubicBezTo>
                        <a:pt x="0" y="67963"/>
                        <a:pt x="87306" y="0"/>
                        <a:pt x="195007" y="0"/>
                      </a:cubicBezTo>
                      <a:lnTo>
                        <a:pt x="1490064" y="0"/>
                      </a:lnTo>
                      <a:lnTo>
                        <a:pt x="1490064" y="46707"/>
                      </a:lnTo>
                      <a:lnTo>
                        <a:pt x="285009" y="46707"/>
                      </a:lnTo>
                      <a:cubicBezTo>
                        <a:pt x="243587" y="46707"/>
                        <a:pt x="210005" y="72849"/>
                        <a:pt x="210005" y="105090"/>
                      </a:cubicBezTo>
                      <a:lnTo>
                        <a:pt x="210005" y="237424"/>
                      </a:lnTo>
                      <a:cubicBezTo>
                        <a:pt x="210005" y="269669"/>
                        <a:pt x="243583" y="295807"/>
                        <a:pt x="285009" y="295807"/>
                      </a:cubicBezTo>
                      <a:lnTo>
                        <a:pt x="1490064" y="295807"/>
                      </a:lnTo>
                      <a:lnTo>
                        <a:pt x="1490064" y="342514"/>
                      </a:lnTo>
                      <a:close/>
                    </a:path>
                  </a:pathLst>
                </a:custGeom>
                <a:solidFill>
                  <a:srgbClr val="9B87FF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06" name="Freeform 106"/>
                <p:cNvSpPr/>
                <p:nvPr/>
              </p:nvSpPr>
              <p:spPr>
                <a:xfrm>
                  <a:off x="8036538" y="5064084"/>
                  <a:ext cx="1490063" cy="342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0063" h="342513">
                      <a:moveTo>
                        <a:pt x="1490063" y="342514"/>
                      </a:moveTo>
                      <a:lnTo>
                        <a:pt x="195007" y="342514"/>
                      </a:lnTo>
                      <a:cubicBezTo>
                        <a:pt x="87307" y="342514"/>
                        <a:pt x="0" y="274555"/>
                        <a:pt x="0" y="190717"/>
                      </a:cubicBezTo>
                      <a:lnTo>
                        <a:pt x="0" y="151797"/>
                      </a:lnTo>
                      <a:cubicBezTo>
                        <a:pt x="0" y="67963"/>
                        <a:pt x="87311" y="0"/>
                        <a:pt x="195007" y="0"/>
                      </a:cubicBezTo>
                      <a:lnTo>
                        <a:pt x="1490063" y="0"/>
                      </a:lnTo>
                      <a:lnTo>
                        <a:pt x="1490063" y="46707"/>
                      </a:lnTo>
                      <a:lnTo>
                        <a:pt x="195007" y="46707"/>
                      </a:lnTo>
                      <a:cubicBezTo>
                        <a:pt x="120448" y="46707"/>
                        <a:pt x="59999" y="93757"/>
                        <a:pt x="59999" y="151797"/>
                      </a:cubicBezTo>
                      <a:lnTo>
                        <a:pt x="59999" y="190717"/>
                      </a:lnTo>
                      <a:cubicBezTo>
                        <a:pt x="59999" y="248757"/>
                        <a:pt x="120444" y="295807"/>
                        <a:pt x="195007" y="295807"/>
                      </a:cubicBezTo>
                      <a:lnTo>
                        <a:pt x="1490063" y="295807"/>
                      </a:lnTo>
                      <a:lnTo>
                        <a:pt x="1490063" y="342514"/>
                      </a:lnTo>
                      <a:close/>
                    </a:path>
                  </a:pathLst>
                </a:custGeom>
                <a:solidFill>
                  <a:srgbClr val="8070F2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07" name="Freeform 107"/>
                <p:cNvSpPr/>
                <p:nvPr/>
              </p:nvSpPr>
              <p:spPr>
                <a:xfrm>
                  <a:off x="8092791" y="5110795"/>
                  <a:ext cx="1398812" cy="24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8812" h="249099">
                      <a:moveTo>
                        <a:pt x="1398813" y="249100"/>
                      </a:moveTo>
                      <a:lnTo>
                        <a:pt x="124550" y="249100"/>
                      </a:lnTo>
                      <a:cubicBezTo>
                        <a:pt x="55764" y="249100"/>
                        <a:pt x="0" y="193335"/>
                        <a:pt x="0" y="124550"/>
                      </a:cubicBezTo>
                      <a:lnTo>
                        <a:pt x="0" y="124550"/>
                      </a:lnTo>
                      <a:cubicBezTo>
                        <a:pt x="0" y="55764"/>
                        <a:pt x="55764" y="0"/>
                        <a:pt x="124550" y="0"/>
                      </a:cubicBezTo>
                      <a:lnTo>
                        <a:pt x="1398813" y="0"/>
                      </a:lnTo>
                      <a:lnTo>
                        <a:pt x="1398813" y="2491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08" name="Freeform 108"/>
                <p:cNvSpPr/>
                <p:nvPr/>
              </p:nvSpPr>
              <p:spPr>
                <a:xfrm>
                  <a:off x="8162790" y="5211076"/>
                  <a:ext cx="1162555" cy="14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555" h="14153">
                      <a:moveTo>
                        <a:pt x="0" y="7077"/>
                      </a:moveTo>
                      <a:cubicBezTo>
                        <a:pt x="96882" y="4342"/>
                        <a:pt x="193760" y="2503"/>
                        <a:pt x="290638" y="1573"/>
                      </a:cubicBezTo>
                      <a:cubicBezTo>
                        <a:pt x="387520" y="446"/>
                        <a:pt x="484398" y="141"/>
                        <a:pt x="581280" y="0"/>
                      </a:cubicBezTo>
                      <a:cubicBezTo>
                        <a:pt x="678157" y="125"/>
                        <a:pt x="775035" y="424"/>
                        <a:pt x="871918" y="1552"/>
                      </a:cubicBezTo>
                      <a:cubicBezTo>
                        <a:pt x="968796" y="2477"/>
                        <a:pt x="1065678" y="4325"/>
                        <a:pt x="1162556" y="7077"/>
                      </a:cubicBezTo>
                      <a:cubicBezTo>
                        <a:pt x="1065674" y="9828"/>
                        <a:pt x="968796" y="11676"/>
                        <a:pt x="871918" y="12602"/>
                      </a:cubicBezTo>
                      <a:cubicBezTo>
                        <a:pt x="775035" y="13725"/>
                        <a:pt x="678157" y="14029"/>
                        <a:pt x="581280" y="14153"/>
                      </a:cubicBezTo>
                      <a:cubicBezTo>
                        <a:pt x="484398" y="14012"/>
                        <a:pt x="387520" y="13712"/>
                        <a:pt x="290638" y="12580"/>
                      </a:cubicBezTo>
                      <a:cubicBezTo>
                        <a:pt x="193760" y="11650"/>
                        <a:pt x="96882" y="9811"/>
                        <a:pt x="0" y="7077"/>
                      </a:cubicBezTo>
                      <a:close/>
                    </a:path>
                  </a:pathLst>
                </a:custGeom>
                <a:solidFill>
                  <a:srgbClr val="DFDBD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09" name="Freeform 109"/>
                <p:cNvSpPr/>
                <p:nvPr/>
              </p:nvSpPr>
              <p:spPr>
                <a:xfrm>
                  <a:off x="8319050" y="5288237"/>
                  <a:ext cx="1162550" cy="14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550" h="14153">
                      <a:moveTo>
                        <a:pt x="0" y="7077"/>
                      </a:moveTo>
                      <a:cubicBezTo>
                        <a:pt x="96878" y="4342"/>
                        <a:pt x="193760" y="2504"/>
                        <a:pt x="290638" y="1573"/>
                      </a:cubicBezTo>
                      <a:cubicBezTo>
                        <a:pt x="387520" y="442"/>
                        <a:pt x="484398" y="142"/>
                        <a:pt x="581275" y="0"/>
                      </a:cubicBezTo>
                      <a:cubicBezTo>
                        <a:pt x="678157" y="125"/>
                        <a:pt x="775035" y="424"/>
                        <a:pt x="871913" y="1552"/>
                      </a:cubicBezTo>
                      <a:cubicBezTo>
                        <a:pt x="968796" y="2477"/>
                        <a:pt x="1065674" y="4325"/>
                        <a:pt x="1162551" y="7077"/>
                      </a:cubicBezTo>
                      <a:cubicBezTo>
                        <a:pt x="1065668" y="9829"/>
                        <a:pt x="968791" y="11676"/>
                        <a:pt x="871913" y="12602"/>
                      </a:cubicBezTo>
                      <a:cubicBezTo>
                        <a:pt x="775035" y="13729"/>
                        <a:pt x="678153" y="14029"/>
                        <a:pt x="581275" y="14153"/>
                      </a:cubicBezTo>
                      <a:cubicBezTo>
                        <a:pt x="484398" y="14012"/>
                        <a:pt x="387520" y="13712"/>
                        <a:pt x="290638" y="12580"/>
                      </a:cubicBezTo>
                      <a:cubicBezTo>
                        <a:pt x="193760" y="11650"/>
                        <a:pt x="96878" y="9816"/>
                        <a:pt x="0" y="7077"/>
                      </a:cubicBezTo>
                      <a:close/>
                    </a:path>
                  </a:pathLst>
                </a:custGeom>
                <a:solidFill>
                  <a:srgbClr val="DFDBD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10" name="Freeform 110"/>
                <p:cNvSpPr/>
                <p:nvPr/>
              </p:nvSpPr>
              <p:spPr>
                <a:xfrm>
                  <a:off x="8104702" y="5110791"/>
                  <a:ext cx="1389404" cy="78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404" h="78309">
                      <a:moveTo>
                        <a:pt x="0" y="69218"/>
                      </a:moveTo>
                      <a:cubicBezTo>
                        <a:pt x="32546" y="10343"/>
                        <a:pt x="78953" y="0"/>
                        <a:pt x="112639" y="0"/>
                      </a:cubicBezTo>
                      <a:lnTo>
                        <a:pt x="1389405" y="0"/>
                      </a:lnTo>
                      <a:lnTo>
                        <a:pt x="1389405" y="78310"/>
                      </a:lnTo>
                    </a:path>
                  </a:pathLst>
                </a:custGeom>
                <a:solidFill>
                  <a:srgbClr val="231F20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111" name="Group 111"/>
              <p:cNvGrpSpPr/>
              <p:nvPr/>
            </p:nvGrpSpPr>
            <p:grpSpPr>
              <a:xfrm>
                <a:off x="7972155" y="4624057"/>
                <a:ext cx="1490071" cy="440034"/>
                <a:chOff x="7972155" y="4624057"/>
                <a:chExt cx="1490071" cy="440034"/>
              </a:xfrm>
            </p:grpSpPr>
            <p:sp>
              <p:nvSpPr>
                <p:cNvPr id="112" name="Freeform 112"/>
                <p:cNvSpPr/>
                <p:nvPr/>
              </p:nvSpPr>
              <p:spPr>
                <a:xfrm>
                  <a:off x="7972155" y="4624057"/>
                  <a:ext cx="1490071" cy="440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0071" h="440034">
                      <a:moveTo>
                        <a:pt x="1490072" y="440035"/>
                      </a:moveTo>
                      <a:lnTo>
                        <a:pt x="135009" y="440035"/>
                      </a:lnTo>
                      <a:cubicBezTo>
                        <a:pt x="60569" y="440035"/>
                        <a:pt x="0" y="379474"/>
                        <a:pt x="0" y="305026"/>
                      </a:cubicBezTo>
                      <a:lnTo>
                        <a:pt x="0" y="135009"/>
                      </a:lnTo>
                      <a:cubicBezTo>
                        <a:pt x="0" y="60561"/>
                        <a:pt x="60569" y="0"/>
                        <a:pt x="135009" y="0"/>
                      </a:cubicBezTo>
                      <a:lnTo>
                        <a:pt x="1490072" y="0"/>
                      </a:lnTo>
                      <a:lnTo>
                        <a:pt x="1490072" y="60003"/>
                      </a:lnTo>
                      <a:lnTo>
                        <a:pt x="135009" y="60003"/>
                      </a:lnTo>
                      <a:cubicBezTo>
                        <a:pt x="93654" y="60003"/>
                        <a:pt x="60003" y="93650"/>
                        <a:pt x="60003" y="135009"/>
                      </a:cubicBezTo>
                      <a:lnTo>
                        <a:pt x="60003" y="305026"/>
                      </a:lnTo>
                      <a:cubicBezTo>
                        <a:pt x="60003" y="346381"/>
                        <a:pt x="93654" y="380032"/>
                        <a:pt x="135009" y="380032"/>
                      </a:cubicBezTo>
                      <a:lnTo>
                        <a:pt x="1490072" y="380032"/>
                      </a:lnTo>
                      <a:lnTo>
                        <a:pt x="1490072" y="440035"/>
                      </a:lnTo>
                      <a:close/>
                    </a:path>
                  </a:pathLst>
                </a:custGeom>
                <a:solidFill>
                  <a:srgbClr val="381F7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13" name="Freeform 113"/>
                <p:cNvSpPr/>
                <p:nvPr/>
              </p:nvSpPr>
              <p:spPr>
                <a:xfrm>
                  <a:off x="8028408" y="4684069"/>
                  <a:ext cx="1398817" cy="320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8817" h="320015">
                      <a:moveTo>
                        <a:pt x="1398817" y="320016"/>
                      </a:moveTo>
                      <a:lnTo>
                        <a:pt x="75005" y="320016"/>
                      </a:lnTo>
                      <a:cubicBezTo>
                        <a:pt x="33583" y="320016"/>
                        <a:pt x="0" y="286437"/>
                        <a:pt x="0" y="245011"/>
                      </a:cubicBezTo>
                      <a:lnTo>
                        <a:pt x="0" y="75005"/>
                      </a:lnTo>
                      <a:cubicBezTo>
                        <a:pt x="0" y="33583"/>
                        <a:pt x="33583" y="0"/>
                        <a:pt x="75005" y="0"/>
                      </a:cubicBezTo>
                      <a:lnTo>
                        <a:pt x="1398817" y="0"/>
                      </a:lnTo>
                      <a:lnTo>
                        <a:pt x="1398817" y="32001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14" name="Freeform 114"/>
                <p:cNvSpPr/>
                <p:nvPr/>
              </p:nvSpPr>
              <p:spPr>
                <a:xfrm>
                  <a:off x="8028412" y="4684065"/>
                  <a:ext cx="1398818" cy="78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8818" h="78309">
                      <a:moveTo>
                        <a:pt x="0" y="75005"/>
                      </a:moveTo>
                      <a:cubicBezTo>
                        <a:pt x="0" y="33583"/>
                        <a:pt x="33583" y="0"/>
                        <a:pt x="75005" y="0"/>
                      </a:cubicBezTo>
                      <a:lnTo>
                        <a:pt x="1398818" y="0"/>
                      </a:lnTo>
                      <a:lnTo>
                        <a:pt x="1398818" y="78310"/>
                      </a:lnTo>
                    </a:path>
                  </a:pathLst>
                </a:custGeom>
                <a:solidFill>
                  <a:srgbClr val="231F20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15" name="Freeform 115"/>
                <p:cNvSpPr/>
                <p:nvPr/>
              </p:nvSpPr>
              <p:spPr>
                <a:xfrm>
                  <a:off x="8213419" y="4815083"/>
                  <a:ext cx="1162550" cy="1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550" h="16360">
                      <a:moveTo>
                        <a:pt x="0" y="8178"/>
                      </a:moveTo>
                      <a:cubicBezTo>
                        <a:pt x="96882" y="5015"/>
                        <a:pt x="193760" y="2893"/>
                        <a:pt x="290638" y="1817"/>
                      </a:cubicBezTo>
                      <a:cubicBezTo>
                        <a:pt x="387516" y="510"/>
                        <a:pt x="484398" y="163"/>
                        <a:pt x="581276" y="0"/>
                      </a:cubicBezTo>
                      <a:cubicBezTo>
                        <a:pt x="678153" y="145"/>
                        <a:pt x="775035" y="493"/>
                        <a:pt x="871913" y="1796"/>
                      </a:cubicBezTo>
                      <a:cubicBezTo>
                        <a:pt x="968791" y="2867"/>
                        <a:pt x="1065674" y="5002"/>
                        <a:pt x="1162551" y="8182"/>
                      </a:cubicBezTo>
                      <a:cubicBezTo>
                        <a:pt x="1065670" y="11363"/>
                        <a:pt x="968791" y="13497"/>
                        <a:pt x="871913" y="14569"/>
                      </a:cubicBezTo>
                      <a:cubicBezTo>
                        <a:pt x="775031" y="15872"/>
                        <a:pt x="678153" y="16219"/>
                        <a:pt x="581276" y="16361"/>
                      </a:cubicBezTo>
                      <a:cubicBezTo>
                        <a:pt x="484393" y="16197"/>
                        <a:pt x="387516" y="15851"/>
                        <a:pt x="290638" y="14543"/>
                      </a:cubicBezTo>
                      <a:cubicBezTo>
                        <a:pt x="193760" y="13463"/>
                        <a:pt x="96882" y="11341"/>
                        <a:pt x="0" y="8178"/>
                      </a:cubicBezTo>
                      <a:close/>
                    </a:path>
                  </a:pathLst>
                </a:custGeom>
                <a:solidFill>
                  <a:srgbClr val="DFDBD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16" name="Freeform 116"/>
                <p:cNvSpPr/>
                <p:nvPr/>
              </p:nvSpPr>
              <p:spPr>
                <a:xfrm>
                  <a:off x="8108415" y="4883963"/>
                  <a:ext cx="1162555" cy="1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555" h="16360">
                      <a:moveTo>
                        <a:pt x="0" y="8179"/>
                      </a:moveTo>
                      <a:cubicBezTo>
                        <a:pt x="96882" y="5015"/>
                        <a:pt x="193760" y="2893"/>
                        <a:pt x="290638" y="1818"/>
                      </a:cubicBezTo>
                      <a:cubicBezTo>
                        <a:pt x="387520" y="510"/>
                        <a:pt x="484398" y="163"/>
                        <a:pt x="581280" y="0"/>
                      </a:cubicBezTo>
                      <a:cubicBezTo>
                        <a:pt x="678158" y="146"/>
                        <a:pt x="775035" y="493"/>
                        <a:pt x="871917" y="1796"/>
                      </a:cubicBezTo>
                      <a:cubicBezTo>
                        <a:pt x="968795" y="2863"/>
                        <a:pt x="1065677" y="5002"/>
                        <a:pt x="1162555" y="8183"/>
                      </a:cubicBezTo>
                      <a:cubicBezTo>
                        <a:pt x="1065673" y="11363"/>
                        <a:pt x="968795" y="13498"/>
                        <a:pt x="871917" y="14569"/>
                      </a:cubicBezTo>
                      <a:cubicBezTo>
                        <a:pt x="775035" y="15872"/>
                        <a:pt x="678158" y="16219"/>
                        <a:pt x="581280" y="16361"/>
                      </a:cubicBezTo>
                      <a:cubicBezTo>
                        <a:pt x="484398" y="16198"/>
                        <a:pt x="387520" y="15851"/>
                        <a:pt x="290638" y="14544"/>
                      </a:cubicBezTo>
                      <a:cubicBezTo>
                        <a:pt x="193760" y="13463"/>
                        <a:pt x="96878" y="11337"/>
                        <a:pt x="0" y="8179"/>
                      </a:cubicBezTo>
                      <a:close/>
                    </a:path>
                  </a:pathLst>
                </a:custGeom>
                <a:solidFill>
                  <a:srgbClr val="DFDBD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117" name="Group 117"/>
              <p:cNvGrpSpPr/>
              <p:nvPr/>
            </p:nvGrpSpPr>
            <p:grpSpPr>
              <a:xfrm>
                <a:off x="8036538" y="4057154"/>
                <a:ext cx="1640073" cy="342509"/>
                <a:chOff x="8036538" y="4057154"/>
                <a:chExt cx="1640073" cy="342509"/>
              </a:xfrm>
            </p:grpSpPr>
            <p:sp>
              <p:nvSpPr>
                <p:cNvPr id="118" name="Freeform 118"/>
                <p:cNvSpPr/>
                <p:nvPr/>
              </p:nvSpPr>
              <p:spPr>
                <a:xfrm>
                  <a:off x="8186540" y="4057154"/>
                  <a:ext cx="1490072" cy="342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0072" h="342509">
                      <a:moveTo>
                        <a:pt x="4" y="342510"/>
                      </a:moveTo>
                      <a:lnTo>
                        <a:pt x="1295060" y="342510"/>
                      </a:lnTo>
                      <a:cubicBezTo>
                        <a:pt x="1402762" y="342510"/>
                        <a:pt x="1490072" y="274547"/>
                        <a:pt x="1490072" y="190712"/>
                      </a:cubicBezTo>
                      <a:lnTo>
                        <a:pt x="1490072" y="151793"/>
                      </a:lnTo>
                      <a:cubicBezTo>
                        <a:pt x="1490072" y="67958"/>
                        <a:pt x="1402762" y="0"/>
                        <a:pt x="1295060" y="0"/>
                      </a:cubicBezTo>
                      <a:lnTo>
                        <a:pt x="4" y="0"/>
                      </a:lnTo>
                      <a:lnTo>
                        <a:pt x="4" y="46707"/>
                      </a:lnTo>
                      <a:lnTo>
                        <a:pt x="1205053" y="46707"/>
                      </a:lnTo>
                      <a:cubicBezTo>
                        <a:pt x="1246476" y="46707"/>
                        <a:pt x="1280058" y="72845"/>
                        <a:pt x="1280058" y="105090"/>
                      </a:cubicBezTo>
                      <a:lnTo>
                        <a:pt x="1280058" y="237420"/>
                      </a:lnTo>
                      <a:cubicBezTo>
                        <a:pt x="1280058" y="269665"/>
                        <a:pt x="1246480" y="295803"/>
                        <a:pt x="1205053" y="295803"/>
                      </a:cubicBezTo>
                      <a:lnTo>
                        <a:pt x="0" y="295803"/>
                      </a:lnTo>
                      <a:lnTo>
                        <a:pt x="0" y="342510"/>
                      </a:lnTo>
                      <a:close/>
                    </a:path>
                  </a:pathLst>
                </a:custGeom>
                <a:solidFill>
                  <a:srgbClr val="8B018D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19" name="Freeform 119"/>
                <p:cNvSpPr/>
                <p:nvPr/>
              </p:nvSpPr>
              <p:spPr>
                <a:xfrm>
                  <a:off x="8036538" y="4057154"/>
                  <a:ext cx="1490063" cy="342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0063" h="342509">
                      <a:moveTo>
                        <a:pt x="0" y="342510"/>
                      </a:moveTo>
                      <a:lnTo>
                        <a:pt x="1295057" y="342510"/>
                      </a:lnTo>
                      <a:cubicBezTo>
                        <a:pt x="1402757" y="342510"/>
                        <a:pt x="1490063" y="274547"/>
                        <a:pt x="1490063" y="190712"/>
                      </a:cubicBezTo>
                      <a:lnTo>
                        <a:pt x="1490063" y="151793"/>
                      </a:lnTo>
                      <a:cubicBezTo>
                        <a:pt x="1490063" y="67958"/>
                        <a:pt x="1402757" y="0"/>
                        <a:pt x="1295057" y="0"/>
                      </a:cubicBezTo>
                      <a:lnTo>
                        <a:pt x="0" y="0"/>
                      </a:lnTo>
                      <a:lnTo>
                        <a:pt x="0" y="46707"/>
                      </a:lnTo>
                      <a:lnTo>
                        <a:pt x="1295057" y="46707"/>
                      </a:lnTo>
                      <a:cubicBezTo>
                        <a:pt x="1369616" y="46707"/>
                        <a:pt x="1430060" y="93757"/>
                        <a:pt x="1430060" y="151797"/>
                      </a:cubicBezTo>
                      <a:lnTo>
                        <a:pt x="1430060" y="190717"/>
                      </a:lnTo>
                      <a:cubicBezTo>
                        <a:pt x="1430060" y="248757"/>
                        <a:pt x="1369616" y="295807"/>
                        <a:pt x="1295057" y="295807"/>
                      </a:cubicBezTo>
                      <a:lnTo>
                        <a:pt x="0" y="295807"/>
                      </a:lnTo>
                      <a:lnTo>
                        <a:pt x="0" y="342510"/>
                      </a:lnTo>
                      <a:close/>
                    </a:path>
                  </a:pathLst>
                </a:custGeom>
                <a:solidFill>
                  <a:srgbClr val="381F7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0" name="Freeform 120"/>
                <p:cNvSpPr/>
                <p:nvPr/>
              </p:nvSpPr>
              <p:spPr>
                <a:xfrm>
                  <a:off x="8071536" y="4103861"/>
                  <a:ext cx="1398812" cy="24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8812" h="249099">
                      <a:moveTo>
                        <a:pt x="0" y="249100"/>
                      </a:moveTo>
                      <a:lnTo>
                        <a:pt x="1274264" y="249100"/>
                      </a:lnTo>
                      <a:cubicBezTo>
                        <a:pt x="1343049" y="249100"/>
                        <a:pt x="1398813" y="193336"/>
                        <a:pt x="1398813" y="124550"/>
                      </a:cubicBezTo>
                      <a:lnTo>
                        <a:pt x="1398813" y="124550"/>
                      </a:lnTo>
                      <a:cubicBezTo>
                        <a:pt x="1398813" y="55764"/>
                        <a:pt x="1343049" y="0"/>
                        <a:pt x="1274264" y="0"/>
                      </a:cubicBezTo>
                      <a:lnTo>
                        <a:pt x="0" y="0"/>
                      </a:lnTo>
                      <a:lnTo>
                        <a:pt x="0" y="2491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1" name="Freeform 121"/>
                <p:cNvSpPr/>
                <p:nvPr/>
              </p:nvSpPr>
              <p:spPr>
                <a:xfrm>
                  <a:off x="8237799" y="4204142"/>
                  <a:ext cx="1162551" cy="14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551" h="14153">
                      <a:moveTo>
                        <a:pt x="1162552" y="7077"/>
                      </a:moveTo>
                      <a:cubicBezTo>
                        <a:pt x="1065670" y="4342"/>
                        <a:pt x="968791" y="2503"/>
                        <a:pt x="871913" y="1573"/>
                      </a:cubicBezTo>
                      <a:cubicBezTo>
                        <a:pt x="775031" y="442"/>
                        <a:pt x="678153" y="142"/>
                        <a:pt x="581276" y="0"/>
                      </a:cubicBezTo>
                      <a:cubicBezTo>
                        <a:pt x="484393" y="124"/>
                        <a:pt x="387516" y="424"/>
                        <a:pt x="290638" y="1552"/>
                      </a:cubicBezTo>
                      <a:cubicBezTo>
                        <a:pt x="193756" y="2477"/>
                        <a:pt x="96878" y="4325"/>
                        <a:pt x="0" y="7077"/>
                      </a:cubicBezTo>
                      <a:cubicBezTo>
                        <a:pt x="96878" y="9828"/>
                        <a:pt x="193760" y="11676"/>
                        <a:pt x="290638" y="12602"/>
                      </a:cubicBezTo>
                      <a:cubicBezTo>
                        <a:pt x="387516" y="13729"/>
                        <a:pt x="484398" y="14029"/>
                        <a:pt x="581276" y="14153"/>
                      </a:cubicBezTo>
                      <a:cubicBezTo>
                        <a:pt x="678153" y="14012"/>
                        <a:pt x="775035" y="13712"/>
                        <a:pt x="871913" y="12580"/>
                      </a:cubicBezTo>
                      <a:cubicBezTo>
                        <a:pt x="968791" y="11650"/>
                        <a:pt x="1065670" y="9815"/>
                        <a:pt x="1162552" y="7077"/>
                      </a:cubicBezTo>
                      <a:close/>
                    </a:path>
                  </a:pathLst>
                </a:custGeom>
                <a:solidFill>
                  <a:srgbClr val="DFDBD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2" name="Freeform 122"/>
                <p:cNvSpPr/>
                <p:nvPr/>
              </p:nvSpPr>
              <p:spPr>
                <a:xfrm>
                  <a:off x="8081540" y="4281307"/>
                  <a:ext cx="1162551" cy="14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551" h="14153">
                      <a:moveTo>
                        <a:pt x="1162551" y="7077"/>
                      </a:moveTo>
                      <a:cubicBezTo>
                        <a:pt x="1065673" y="4342"/>
                        <a:pt x="968791" y="2503"/>
                        <a:pt x="871913" y="1573"/>
                      </a:cubicBezTo>
                      <a:cubicBezTo>
                        <a:pt x="775035" y="442"/>
                        <a:pt x="678153" y="142"/>
                        <a:pt x="581276" y="0"/>
                      </a:cubicBezTo>
                      <a:cubicBezTo>
                        <a:pt x="484398" y="124"/>
                        <a:pt x="387515" y="424"/>
                        <a:pt x="290638" y="1552"/>
                      </a:cubicBezTo>
                      <a:cubicBezTo>
                        <a:pt x="193760" y="2477"/>
                        <a:pt x="96878" y="4325"/>
                        <a:pt x="0" y="7077"/>
                      </a:cubicBezTo>
                      <a:cubicBezTo>
                        <a:pt x="96878" y="9828"/>
                        <a:pt x="193760" y="11676"/>
                        <a:pt x="290638" y="12602"/>
                      </a:cubicBezTo>
                      <a:cubicBezTo>
                        <a:pt x="387515" y="13729"/>
                        <a:pt x="484398" y="14029"/>
                        <a:pt x="581276" y="14153"/>
                      </a:cubicBezTo>
                      <a:cubicBezTo>
                        <a:pt x="678153" y="14012"/>
                        <a:pt x="775035" y="13712"/>
                        <a:pt x="871913" y="12580"/>
                      </a:cubicBezTo>
                      <a:cubicBezTo>
                        <a:pt x="968791" y="11650"/>
                        <a:pt x="1065673" y="9811"/>
                        <a:pt x="1162551" y="7077"/>
                      </a:cubicBezTo>
                      <a:close/>
                    </a:path>
                  </a:pathLst>
                </a:custGeom>
                <a:solidFill>
                  <a:srgbClr val="DFDBD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3" name="Freeform 123"/>
                <p:cNvSpPr/>
                <p:nvPr/>
              </p:nvSpPr>
              <p:spPr>
                <a:xfrm>
                  <a:off x="8069037" y="4103861"/>
                  <a:ext cx="1389405" cy="78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405" h="78309">
                      <a:moveTo>
                        <a:pt x="1389405" y="69219"/>
                      </a:moveTo>
                      <a:cubicBezTo>
                        <a:pt x="1356860" y="10338"/>
                        <a:pt x="1310452" y="0"/>
                        <a:pt x="1276767" y="0"/>
                      </a:cubicBezTo>
                      <a:lnTo>
                        <a:pt x="0" y="0"/>
                      </a:lnTo>
                      <a:lnTo>
                        <a:pt x="0" y="78310"/>
                      </a:lnTo>
                    </a:path>
                  </a:pathLst>
                </a:custGeom>
                <a:solidFill>
                  <a:srgbClr val="231F20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124" name="Group 124"/>
              <p:cNvGrpSpPr/>
              <p:nvPr/>
            </p:nvGrpSpPr>
            <p:grpSpPr>
              <a:xfrm>
                <a:off x="7926532" y="4399664"/>
                <a:ext cx="1640077" cy="231260"/>
                <a:chOff x="7926532" y="4399664"/>
                <a:chExt cx="1640077" cy="231260"/>
              </a:xfrm>
            </p:grpSpPr>
            <p:sp>
              <p:nvSpPr>
                <p:cNvPr id="125" name="Freeform 125"/>
                <p:cNvSpPr/>
                <p:nvPr/>
              </p:nvSpPr>
              <p:spPr>
                <a:xfrm>
                  <a:off x="7926532" y="4399664"/>
                  <a:ext cx="1640077" cy="231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0077" h="231260">
                      <a:moveTo>
                        <a:pt x="0" y="0"/>
                      </a:moveTo>
                      <a:lnTo>
                        <a:pt x="1640078" y="0"/>
                      </a:lnTo>
                      <a:lnTo>
                        <a:pt x="1640078" y="231260"/>
                      </a:lnTo>
                      <a:lnTo>
                        <a:pt x="0" y="231260"/>
                      </a:lnTo>
                      <a:close/>
                    </a:path>
                  </a:pathLst>
                </a:custGeom>
                <a:solidFill>
                  <a:srgbClr val="3DC8E8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6" name="Freeform 126"/>
                <p:cNvSpPr/>
                <p:nvPr/>
              </p:nvSpPr>
              <p:spPr>
                <a:xfrm>
                  <a:off x="8074665" y="4435291"/>
                  <a:ext cx="61876" cy="160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76" h="160005">
                      <a:moveTo>
                        <a:pt x="0" y="0"/>
                      </a:moveTo>
                      <a:lnTo>
                        <a:pt x="61877" y="0"/>
                      </a:lnTo>
                      <a:lnTo>
                        <a:pt x="61877" y="160005"/>
                      </a:lnTo>
                      <a:lnTo>
                        <a:pt x="0" y="160005"/>
                      </a:lnTo>
                      <a:close/>
                    </a:path>
                  </a:pathLst>
                </a:custGeom>
                <a:solidFill>
                  <a:srgbClr val="FFC73C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7" name="Freeform 127"/>
                <p:cNvSpPr/>
                <p:nvPr/>
              </p:nvSpPr>
              <p:spPr>
                <a:xfrm>
                  <a:off x="8382177" y="4435291"/>
                  <a:ext cx="61876" cy="160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76" h="160005">
                      <a:moveTo>
                        <a:pt x="0" y="0"/>
                      </a:moveTo>
                      <a:lnTo>
                        <a:pt x="61877" y="0"/>
                      </a:lnTo>
                      <a:lnTo>
                        <a:pt x="61877" y="160005"/>
                      </a:lnTo>
                      <a:lnTo>
                        <a:pt x="0" y="160005"/>
                      </a:lnTo>
                      <a:close/>
                    </a:path>
                  </a:pathLst>
                </a:custGeom>
                <a:solidFill>
                  <a:srgbClr val="FFC73C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28" name="Freeform 128"/>
                <p:cNvSpPr/>
                <p:nvPr/>
              </p:nvSpPr>
              <p:spPr>
                <a:xfrm>
                  <a:off x="8174041" y="4399664"/>
                  <a:ext cx="174381" cy="231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381" h="231260">
                      <a:moveTo>
                        <a:pt x="0" y="0"/>
                      </a:moveTo>
                      <a:lnTo>
                        <a:pt x="174381" y="0"/>
                      </a:lnTo>
                      <a:lnTo>
                        <a:pt x="174381" y="231260"/>
                      </a:lnTo>
                      <a:lnTo>
                        <a:pt x="0" y="231260"/>
                      </a:lnTo>
                      <a:close/>
                    </a:path>
                  </a:pathLst>
                </a:custGeom>
                <a:solidFill>
                  <a:srgbClr val="FFC73C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129" name="Group 129"/>
              <p:cNvGrpSpPr/>
              <p:nvPr/>
            </p:nvGrpSpPr>
            <p:grpSpPr>
              <a:xfrm>
                <a:off x="7776526" y="3470430"/>
                <a:ext cx="1640077" cy="231260"/>
                <a:chOff x="7776526" y="3470430"/>
                <a:chExt cx="1640077" cy="231260"/>
              </a:xfrm>
            </p:grpSpPr>
            <p:sp>
              <p:nvSpPr>
                <p:cNvPr id="130" name="Freeform 130"/>
                <p:cNvSpPr/>
                <p:nvPr/>
              </p:nvSpPr>
              <p:spPr>
                <a:xfrm>
                  <a:off x="7776526" y="3470430"/>
                  <a:ext cx="1640077" cy="231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0077" h="231260">
                      <a:moveTo>
                        <a:pt x="0" y="0"/>
                      </a:moveTo>
                      <a:lnTo>
                        <a:pt x="1640078" y="0"/>
                      </a:lnTo>
                      <a:lnTo>
                        <a:pt x="1640078" y="231260"/>
                      </a:lnTo>
                      <a:lnTo>
                        <a:pt x="1" y="231260"/>
                      </a:lnTo>
                      <a:close/>
                    </a:path>
                  </a:pathLst>
                </a:custGeom>
                <a:solidFill>
                  <a:srgbClr val="8B018D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31" name="Freeform 131"/>
                <p:cNvSpPr/>
                <p:nvPr/>
              </p:nvSpPr>
              <p:spPr>
                <a:xfrm>
                  <a:off x="9206590" y="3470430"/>
                  <a:ext cx="61876" cy="231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76" h="231260">
                      <a:moveTo>
                        <a:pt x="0" y="0"/>
                      </a:moveTo>
                      <a:lnTo>
                        <a:pt x="61877" y="0"/>
                      </a:lnTo>
                      <a:lnTo>
                        <a:pt x="61877" y="231260"/>
                      </a:lnTo>
                      <a:lnTo>
                        <a:pt x="0" y="231260"/>
                      </a:lnTo>
                      <a:close/>
                    </a:path>
                  </a:pathLst>
                </a:custGeom>
                <a:solidFill>
                  <a:srgbClr val="381F7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32" name="Freeform 132"/>
                <p:cNvSpPr/>
                <p:nvPr/>
              </p:nvSpPr>
              <p:spPr>
                <a:xfrm>
                  <a:off x="9074175" y="3470430"/>
                  <a:ext cx="94914" cy="231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914" h="231260">
                      <a:moveTo>
                        <a:pt x="0" y="0"/>
                      </a:moveTo>
                      <a:lnTo>
                        <a:pt x="94915" y="0"/>
                      </a:lnTo>
                      <a:lnTo>
                        <a:pt x="94915" y="231260"/>
                      </a:lnTo>
                      <a:lnTo>
                        <a:pt x="0" y="231260"/>
                      </a:lnTo>
                      <a:close/>
                    </a:path>
                  </a:pathLst>
                </a:custGeom>
                <a:solidFill>
                  <a:srgbClr val="381F7A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grpSp>
            <p:nvGrpSpPr>
              <p:cNvPr id="133" name="Group 133"/>
              <p:cNvGrpSpPr/>
              <p:nvPr/>
            </p:nvGrpSpPr>
            <p:grpSpPr>
              <a:xfrm>
                <a:off x="7939879" y="3701691"/>
                <a:ext cx="1640077" cy="358596"/>
                <a:chOff x="7939879" y="3701691"/>
                <a:chExt cx="1640077" cy="358596"/>
              </a:xfrm>
            </p:grpSpPr>
            <p:sp>
              <p:nvSpPr>
                <p:cNvPr id="134" name="Freeform 134"/>
                <p:cNvSpPr/>
                <p:nvPr/>
              </p:nvSpPr>
              <p:spPr>
                <a:xfrm>
                  <a:off x="7939879" y="3701691"/>
                  <a:ext cx="1640077" cy="3585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0077" h="358596">
                      <a:moveTo>
                        <a:pt x="0" y="0"/>
                      </a:moveTo>
                      <a:lnTo>
                        <a:pt x="1640078" y="0"/>
                      </a:lnTo>
                      <a:lnTo>
                        <a:pt x="1640078" y="358596"/>
                      </a:lnTo>
                      <a:lnTo>
                        <a:pt x="0" y="358596"/>
                      </a:lnTo>
                      <a:close/>
                    </a:path>
                  </a:pathLst>
                </a:custGeom>
                <a:solidFill>
                  <a:srgbClr val="FFC73C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35" name="Freeform 135"/>
                <p:cNvSpPr/>
                <p:nvPr/>
              </p:nvSpPr>
              <p:spPr>
                <a:xfrm>
                  <a:off x="8088012" y="3756936"/>
                  <a:ext cx="61876" cy="238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76" h="238418">
                      <a:moveTo>
                        <a:pt x="0" y="0"/>
                      </a:moveTo>
                      <a:lnTo>
                        <a:pt x="61877" y="0"/>
                      </a:lnTo>
                      <a:lnTo>
                        <a:pt x="61877" y="238418"/>
                      </a:lnTo>
                      <a:lnTo>
                        <a:pt x="0" y="238418"/>
                      </a:lnTo>
                      <a:close/>
                    </a:path>
                  </a:pathLst>
                </a:custGeom>
                <a:solidFill>
                  <a:srgbClr val="26A8D1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36" name="Freeform 136"/>
                <p:cNvSpPr/>
                <p:nvPr/>
              </p:nvSpPr>
              <p:spPr>
                <a:xfrm>
                  <a:off x="9410573" y="3756936"/>
                  <a:ext cx="61876" cy="238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76" h="238418">
                      <a:moveTo>
                        <a:pt x="-1" y="0"/>
                      </a:moveTo>
                      <a:lnTo>
                        <a:pt x="61876" y="0"/>
                      </a:lnTo>
                      <a:lnTo>
                        <a:pt x="61876" y="238418"/>
                      </a:lnTo>
                      <a:lnTo>
                        <a:pt x="-1" y="238418"/>
                      </a:lnTo>
                      <a:close/>
                    </a:path>
                  </a:pathLst>
                </a:custGeom>
                <a:solidFill>
                  <a:srgbClr val="26A8D1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37" name="Freeform 137"/>
                <p:cNvSpPr/>
                <p:nvPr/>
              </p:nvSpPr>
              <p:spPr>
                <a:xfrm>
                  <a:off x="9299319" y="3756936"/>
                  <a:ext cx="61876" cy="238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76" h="238418">
                      <a:moveTo>
                        <a:pt x="0" y="0"/>
                      </a:moveTo>
                      <a:lnTo>
                        <a:pt x="61877" y="0"/>
                      </a:lnTo>
                      <a:lnTo>
                        <a:pt x="61877" y="238418"/>
                      </a:lnTo>
                      <a:lnTo>
                        <a:pt x="0" y="238418"/>
                      </a:lnTo>
                      <a:close/>
                    </a:path>
                  </a:pathLst>
                </a:custGeom>
                <a:solidFill>
                  <a:srgbClr val="26A8D1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  <p:sp>
              <p:nvSpPr>
                <p:cNvPr id="138" name="Freeform 138"/>
                <p:cNvSpPr/>
                <p:nvPr/>
              </p:nvSpPr>
              <p:spPr>
                <a:xfrm rot="-2700000">
                  <a:off x="8207638" y="3756968"/>
                  <a:ext cx="238416" cy="238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416" h="238416">
                      <a:moveTo>
                        <a:pt x="238416" y="119208"/>
                      </a:moveTo>
                      <a:cubicBezTo>
                        <a:pt x="238416" y="185045"/>
                        <a:pt x="185045" y="238416"/>
                        <a:pt x="119208" y="238416"/>
                      </a:cubicBezTo>
                      <a:cubicBezTo>
                        <a:pt x="53372" y="238416"/>
                        <a:pt x="0" y="185045"/>
                        <a:pt x="0" y="119208"/>
                      </a:cubicBezTo>
                      <a:cubicBezTo>
                        <a:pt x="0" y="53371"/>
                        <a:pt x="53372" y="0"/>
                        <a:pt x="119208" y="0"/>
                      </a:cubicBezTo>
                      <a:cubicBezTo>
                        <a:pt x="185045" y="0"/>
                        <a:pt x="238416" y="53371"/>
                        <a:pt x="238416" y="119208"/>
                      </a:cubicBezTo>
                      <a:close/>
                    </a:path>
                  </a:pathLst>
                </a:custGeom>
                <a:solidFill>
                  <a:srgbClr val="26A8D1"/>
                </a:solidFill>
                <a:ln cap="flat">
                  <a:noFill/>
                  <a:prstDash val="solid"/>
                  <a:miter lim="800000"/>
                </a:ln>
              </p:spPr>
              <p:txBody>
                <a:bodyPr vert="horz" lIns="91440" tIns="45720" rIns="91440" bIns="45720" anchor="ctr">
                  <a:normAutofit/>
                </a:bodyPr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139" name="Freeform 139"/>
              <p:cNvSpPr/>
              <p:nvPr/>
            </p:nvSpPr>
            <p:spPr>
              <a:xfrm>
                <a:off x="9056975" y="4211219"/>
                <a:ext cx="84379" cy="248919"/>
              </a:xfrm>
              <a:custGeom>
                <a:avLst/>
                <a:gdLst/>
                <a:ahLst/>
                <a:cxnLst/>
                <a:rect l="l" t="t" r="r" b="b"/>
                <a:pathLst>
                  <a:path w="84379" h="248919">
                    <a:moveTo>
                      <a:pt x="0" y="0"/>
                    </a:moveTo>
                    <a:lnTo>
                      <a:pt x="84379" y="0"/>
                    </a:lnTo>
                    <a:lnTo>
                      <a:pt x="84379" y="248920"/>
                    </a:lnTo>
                    <a:lnTo>
                      <a:pt x="0" y="248920"/>
                    </a:lnTo>
                    <a:close/>
                  </a:path>
                </a:pathLst>
              </a:custGeom>
              <a:solidFill>
                <a:srgbClr val="00A3D5"/>
              </a:solidFill>
              <a:ln cap="flat">
                <a:noFill/>
                <a:prstDash val="solid"/>
                <a:miter lim="800000"/>
              </a:ln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140" name="AutoShape 140"/>
          <p:cNvSpPr/>
          <p:nvPr/>
        </p:nvSpPr>
        <p:spPr>
          <a:xfrm>
            <a:off x="671022" y="1860129"/>
            <a:ext cx="4869166" cy="1712185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Will the engine fail within the next 30 cycles; model identifies probabilities of failure.</a:t>
            </a:r>
          </a:p>
        </p:txBody>
      </p:sp>
      <p:sp>
        <p:nvSpPr>
          <p:cNvPr id="141" name="AutoShape 141"/>
          <p:cNvSpPr/>
          <p:nvPr/>
        </p:nvSpPr>
        <p:spPr>
          <a:xfrm>
            <a:off x="972042" y="1457608"/>
            <a:ext cx="3500369" cy="59559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08000" tIns="54000" rIns="108000" bIns="50400" anchor="ctr">
            <a:no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Binary Classification</a:t>
            </a:r>
          </a:p>
        </p:txBody>
      </p:sp>
      <p:sp>
        <p:nvSpPr>
          <p:cNvPr id="142" name="AutoShape 142"/>
          <p:cNvSpPr/>
          <p:nvPr/>
        </p:nvSpPr>
        <p:spPr>
          <a:xfrm>
            <a:off x="641947" y="4281312"/>
            <a:ext cx="4869166" cy="1712185"/>
          </a:xfrm>
          <a:prstGeom prst="roundRect">
            <a:avLst>
              <a:gd name="adj" fmla="val 10000"/>
            </a:avLst>
          </a:prstGeom>
          <a:solidFill>
            <a:schemeClr val="accent2">
              <a:alpha val="1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Chosen for its strengths in accuracy; handles mixed data types efficiently.</a:t>
            </a:r>
          </a:p>
        </p:txBody>
      </p:sp>
      <p:sp>
        <p:nvSpPr>
          <p:cNvPr id="143" name="AutoShape 143"/>
          <p:cNvSpPr/>
          <p:nvPr/>
        </p:nvSpPr>
        <p:spPr>
          <a:xfrm>
            <a:off x="972042" y="3917799"/>
            <a:ext cx="3500369" cy="59559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08000" tIns="54000" rIns="108000" bIns="50400" anchor="ctr">
            <a:no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Interpretability and Robustness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Goal and Rationale</a:t>
            </a:r>
            <a:endParaRPr lang="en-US" sz="11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50528" y="3660386"/>
            <a:ext cx="2481074" cy="454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Hyperparameter Tuning</a:t>
            </a:r>
          </a:p>
        </p:txBody>
      </p:sp>
      <p:sp>
        <p:nvSpPr>
          <p:cNvPr id="3" name="AutoShape 3"/>
          <p:cNvSpPr/>
          <p:nvPr/>
        </p:nvSpPr>
        <p:spPr>
          <a:xfrm>
            <a:off x="9050528" y="4298571"/>
            <a:ext cx="2468372" cy="1346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Used GridSearchCV to enhance performance; find the optimal parameters.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9050528" y="3551932"/>
            <a:ext cx="2344400" cy="0"/>
          </a:xfrm>
          <a:prstGeom prst="straightConnector1">
            <a:avLst/>
          </a:prstGeom>
          <a:ln w="25400">
            <a:solidFill>
              <a:schemeClr val="accent2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9050528" y="2289621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3660386"/>
            <a:ext cx="2481074" cy="380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Training Process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" y="4298571"/>
            <a:ext cx="2468372" cy="1346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Trained on 80% of the training data; validated on 20% to tune hyperparameters.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660400" y="3551932"/>
            <a:ext cx="2344400" cy="0"/>
          </a:xfrm>
          <a:prstGeom prst="straightConnector1">
            <a:avLst/>
          </a:prstGeom>
          <a:ln w="25400">
            <a:solidFill>
              <a:schemeClr val="accent1"/>
            </a:solidFill>
          </a:ln>
        </p:spPr>
      </p:cxnSp>
      <p:sp>
        <p:nvSpPr>
          <p:cNvPr id="9" name="TextBox 9"/>
          <p:cNvSpPr txBox="1"/>
          <p:nvPr/>
        </p:nvSpPr>
        <p:spPr>
          <a:xfrm>
            <a:off x="660400" y="2289621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5028241" y="2780803"/>
            <a:ext cx="3445843" cy="2030152"/>
          </a:xfrm>
          <a:custGeom>
            <a:avLst/>
            <a:gdLst/>
            <a:ahLst/>
            <a:cxnLst/>
            <a:rect l="l" t="t" r="r" b="b"/>
            <a:pathLst>
              <a:path w="4272351" h="2517097">
                <a:moveTo>
                  <a:pt x="4272352" y="2517098"/>
                </a:moveTo>
                <a:lnTo>
                  <a:pt x="0" y="2517098"/>
                </a:lnTo>
                <a:lnTo>
                  <a:pt x="0" y="2136176"/>
                </a:lnTo>
                <a:cubicBezTo>
                  <a:pt x="0" y="956369"/>
                  <a:pt x="956436" y="0"/>
                  <a:pt x="2136176" y="0"/>
                </a:cubicBezTo>
                <a:lnTo>
                  <a:pt x="2136176" y="0"/>
                </a:lnTo>
                <a:cubicBezTo>
                  <a:pt x="3315982" y="0"/>
                  <a:pt x="4272352" y="956436"/>
                  <a:pt x="4272352" y="2136176"/>
                </a:cubicBezTo>
                <a:lnTo>
                  <a:pt x="4272352" y="2517098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6667181" y="3582087"/>
            <a:ext cx="89616" cy="91127"/>
          </a:xfrm>
          <a:custGeom>
            <a:avLst/>
            <a:gdLst/>
            <a:ahLst/>
            <a:cxnLst/>
            <a:rect l="l" t="t" r="r" b="b"/>
            <a:pathLst>
              <a:path w="111110" h="112984">
                <a:moveTo>
                  <a:pt x="107055" y="11392"/>
                </a:moveTo>
                <a:cubicBezTo>
                  <a:pt x="107055" y="11392"/>
                  <a:pt x="134369" y="88602"/>
                  <a:pt x="47232" y="112984"/>
                </a:cubicBezTo>
                <a:lnTo>
                  <a:pt x="0" y="0"/>
                </a:lnTo>
                <a:lnTo>
                  <a:pt x="107055" y="11392"/>
                </a:lnTo>
                <a:close/>
              </a:path>
            </a:pathLst>
          </a:custGeom>
          <a:solidFill>
            <a:srgbClr val="D1383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560279" y="3591275"/>
            <a:ext cx="118207" cy="91449"/>
          </a:xfrm>
          <a:custGeom>
            <a:avLst/>
            <a:gdLst/>
            <a:ahLst/>
            <a:cxnLst/>
            <a:rect l="l" t="t" r="r" b="b"/>
            <a:pathLst>
              <a:path w="146560" h="113383">
                <a:moveTo>
                  <a:pt x="467" y="0"/>
                </a:moveTo>
                <a:cubicBezTo>
                  <a:pt x="467" y="0"/>
                  <a:pt x="-14455" y="89801"/>
                  <a:pt x="124377" y="113384"/>
                </a:cubicBezTo>
                <a:lnTo>
                  <a:pt x="146561" y="13723"/>
                </a:lnTo>
                <a:lnTo>
                  <a:pt x="467" y="0"/>
                </a:lnTo>
                <a:close/>
              </a:path>
            </a:pathLst>
          </a:custGeom>
          <a:solidFill>
            <a:srgbClr val="D1383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5045005" y="2478462"/>
            <a:ext cx="382938" cy="612259"/>
          </a:xfrm>
          <a:custGeom>
            <a:avLst/>
            <a:gdLst/>
            <a:ahLst/>
            <a:cxnLst/>
            <a:rect l="l" t="t" r="r" b="b"/>
            <a:pathLst>
              <a:path w="474787" h="759113">
                <a:moveTo>
                  <a:pt x="431819" y="759113"/>
                </a:moveTo>
                <a:lnTo>
                  <a:pt x="42969" y="759113"/>
                </a:lnTo>
                <a:cubicBezTo>
                  <a:pt x="19253" y="759113"/>
                  <a:pt x="0" y="739860"/>
                  <a:pt x="0" y="716144"/>
                </a:cubicBezTo>
                <a:lnTo>
                  <a:pt x="0" y="42969"/>
                </a:lnTo>
                <a:cubicBezTo>
                  <a:pt x="0" y="19253"/>
                  <a:pt x="19253" y="0"/>
                  <a:pt x="42969" y="0"/>
                </a:cubicBezTo>
                <a:lnTo>
                  <a:pt x="431819" y="0"/>
                </a:lnTo>
                <a:cubicBezTo>
                  <a:pt x="455535" y="0"/>
                  <a:pt x="474787" y="19253"/>
                  <a:pt x="474787" y="42969"/>
                </a:cubicBezTo>
                <a:lnTo>
                  <a:pt x="474787" y="716144"/>
                </a:lnTo>
                <a:cubicBezTo>
                  <a:pt x="474787" y="739860"/>
                  <a:pt x="455535" y="759113"/>
                  <a:pt x="431819" y="75911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044950" y="2478409"/>
            <a:ext cx="360156" cy="148779"/>
          </a:xfrm>
          <a:custGeom>
            <a:avLst/>
            <a:gdLst/>
            <a:ahLst/>
            <a:cxnLst/>
            <a:rect l="l" t="t" r="r" b="b"/>
            <a:pathLst>
              <a:path w="446541" h="184465">
                <a:moveTo>
                  <a:pt x="42969" y="67"/>
                </a:moveTo>
                <a:cubicBezTo>
                  <a:pt x="19253" y="67"/>
                  <a:pt x="0" y="19319"/>
                  <a:pt x="0" y="43035"/>
                </a:cubicBezTo>
                <a:lnTo>
                  <a:pt x="0" y="184466"/>
                </a:lnTo>
                <a:lnTo>
                  <a:pt x="381988" y="184466"/>
                </a:lnTo>
                <a:cubicBezTo>
                  <a:pt x="417629" y="184466"/>
                  <a:pt x="446541" y="155553"/>
                  <a:pt x="446541" y="119913"/>
                </a:cubicBezTo>
                <a:lnTo>
                  <a:pt x="446541" y="8127"/>
                </a:lnTo>
                <a:cubicBezTo>
                  <a:pt x="446541" y="6196"/>
                  <a:pt x="446341" y="4330"/>
                  <a:pt x="446075" y="2465"/>
                </a:cubicBezTo>
                <a:cubicBezTo>
                  <a:pt x="441611" y="933"/>
                  <a:pt x="436881" y="0"/>
                  <a:pt x="431885" y="0"/>
                </a:cubicBezTo>
                <a:lnTo>
                  <a:pt x="42969" y="0"/>
                </a:lnTo>
                <a:close/>
              </a:path>
            </a:pathLst>
          </a:custGeom>
          <a:solidFill>
            <a:srgbClr val="3C914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4287825" y="3753745"/>
            <a:ext cx="138750" cy="545759"/>
          </a:xfrm>
          <a:custGeom>
            <a:avLst/>
            <a:gdLst/>
            <a:ahLst/>
            <a:cxnLst/>
            <a:rect l="l" t="t" r="r" b="b"/>
            <a:pathLst>
              <a:path w="172031" h="676664">
                <a:moveTo>
                  <a:pt x="159296" y="669191"/>
                </a:moveTo>
                <a:lnTo>
                  <a:pt x="107467" y="676519"/>
                </a:lnTo>
                <a:cubicBezTo>
                  <a:pt x="99407" y="677651"/>
                  <a:pt x="91879" y="672056"/>
                  <a:pt x="90746" y="663928"/>
                </a:cubicBezTo>
                <a:lnTo>
                  <a:pt x="146" y="24195"/>
                </a:lnTo>
                <a:cubicBezTo>
                  <a:pt x="-987" y="16134"/>
                  <a:pt x="4609" y="8606"/>
                  <a:pt x="12736" y="7473"/>
                </a:cubicBezTo>
                <a:lnTo>
                  <a:pt x="64565" y="146"/>
                </a:lnTo>
                <a:cubicBezTo>
                  <a:pt x="72626" y="-987"/>
                  <a:pt x="80154" y="4609"/>
                  <a:pt x="81286" y="12736"/>
                </a:cubicBezTo>
                <a:lnTo>
                  <a:pt x="171887" y="652470"/>
                </a:lnTo>
                <a:cubicBezTo>
                  <a:pt x="173020" y="660597"/>
                  <a:pt x="167357" y="668058"/>
                  <a:pt x="159296" y="669191"/>
                </a:cubicBezTo>
                <a:close/>
              </a:path>
            </a:pathLst>
          </a:custGeom>
          <a:solidFill>
            <a:srgbClr val="FFCE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4398763" y="3830941"/>
            <a:ext cx="199767" cy="462314"/>
          </a:xfrm>
          <a:custGeom>
            <a:avLst/>
            <a:gdLst/>
            <a:ahLst/>
            <a:cxnLst/>
            <a:rect l="l" t="t" r="r" b="b"/>
            <a:pathLst>
              <a:path w="247683" h="573204">
                <a:moveTo>
                  <a:pt x="60188" y="572481"/>
                </a:moveTo>
                <a:lnTo>
                  <a:pt x="10291" y="556560"/>
                </a:lnTo>
                <a:cubicBezTo>
                  <a:pt x="2497" y="554095"/>
                  <a:pt x="-1767" y="545768"/>
                  <a:pt x="698" y="537973"/>
                </a:cubicBezTo>
                <a:lnTo>
                  <a:pt x="168909" y="10291"/>
                </a:lnTo>
                <a:cubicBezTo>
                  <a:pt x="171374" y="2497"/>
                  <a:pt x="179701" y="-1767"/>
                  <a:pt x="187495" y="698"/>
                </a:cubicBezTo>
                <a:lnTo>
                  <a:pt x="237392" y="16620"/>
                </a:lnTo>
                <a:cubicBezTo>
                  <a:pt x="245187" y="19085"/>
                  <a:pt x="249450" y="27412"/>
                  <a:pt x="246985" y="35206"/>
                </a:cubicBezTo>
                <a:lnTo>
                  <a:pt x="78775" y="562888"/>
                </a:lnTo>
                <a:cubicBezTo>
                  <a:pt x="76310" y="570683"/>
                  <a:pt x="67983" y="575013"/>
                  <a:pt x="60188" y="572481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6794363" y="2403992"/>
            <a:ext cx="1583060" cy="1440138"/>
          </a:xfrm>
          <a:custGeom>
            <a:avLst/>
            <a:gdLst/>
            <a:ahLst/>
            <a:cxnLst/>
            <a:rect l="l" t="t" r="r" b="b"/>
            <a:pathLst>
              <a:path w="1962768" h="1785564">
                <a:moveTo>
                  <a:pt x="1916469" y="1785565"/>
                </a:moveTo>
                <a:lnTo>
                  <a:pt x="46300" y="1785565"/>
                </a:lnTo>
                <a:cubicBezTo>
                  <a:pt x="20718" y="1785565"/>
                  <a:pt x="0" y="1764846"/>
                  <a:pt x="0" y="1739265"/>
                </a:cubicBezTo>
                <a:lnTo>
                  <a:pt x="0" y="46300"/>
                </a:lnTo>
                <a:cubicBezTo>
                  <a:pt x="0" y="20718"/>
                  <a:pt x="20718" y="0"/>
                  <a:pt x="46300" y="0"/>
                </a:cubicBezTo>
                <a:lnTo>
                  <a:pt x="1916469" y="0"/>
                </a:lnTo>
                <a:cubicBezTo>
                  <a:pt x="1942051" y="0"/>
                  <a:pt x="1962769" y="20718"/>
                  <a:pt x="1962769" y="46300"/>
                </a:cubicBezTo>
                <a:lnTo>
                  <a:pt x="1962769" y="1739265"/>
                </a:lnTo>
                <a:cubicBezTo>
                  <a:pt x="1962769" y="1764846"/>
                  <a:pt x="1942051" y="1785565"/>
                  <a:pt x="1916469" y="178556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3736291" y="4576692"/>
            <a:ext cx="1184703" cy="191172"/>
          </a:xfrm>
          <a:custGeom>
            <a:avLst/>
            <a:gdLst/>
            <a:ahLst/>
            <a:cxnLst/>
            <a:rect l="l" t="t" r="r" b="b"/>
            <a:pathLst>
              <a:path w="1468862" h="237026">
                <a:moveTo>
                  <a:pt x="1468862" y="237027"/>
                </a:moveTo>
                <a:lnTo>
                  <a:pt x="118514" y="237027"/>
                </a:lnTo>
                <a:cubicBezTo>
                  <a:pt x="53028" y="237027"/>
                  <a:pt x="0" y="183932"/>
                  <a:pt x="0" y="118513"/>
                </a:cubicBezTo>
                <a:lnTo>
                  <a:pt x="0" y="118513"/>
                </a:lnTo>
                <a:cubicBezTo>
                  <a:pt x="0" y="53028"/>
                  <a:pt x="53095" y="0"/>
                  <a:pt x="118514" y="0"/>
                </a:cubicBezTo>
                <a:lnTo>
                  <a:pt x="1468862" y="0"/>
                </a:lnTo>
                <a:lnTo>
                  <a:pt x="1468862" y="237027"/>
                </a:lnTo>
                <a:close/>
              </a:path>
            </a:pathLst>
          </a:custGeom>
          <a:solidFill>
            <a:srgbClr val="30355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4153616" y="4588030"/>
            <a:ext cx="758997" cy="168499"/>
          </a:xfrm>
          <a:custGeom>
            <a:avLst/>
            <a:gdLst/>
            <a:ahLst/>
            <a:cxnLst/>
            <a:rect l="l" t="t" r="r" b="b"/>
            <a:pathLst>
              <a:path w="941047" h="208914">
                <a:moveTo>
                  <a:pt x="941047" y="208914"/>
                </a:moveTo>
                <a:lnTo>
                  <a:pt x="104457" y="208914"/>
                </a:lnTo>
                <a:cubicBezTo>
                  <a:pt x="46766" y="208914"/>
                  <a:pt x="0" y="162148"/>
                  <a:pt x="0" y="104457"/>
                </a:cubicBezTo>
                <a:lnTo>
                  <a:pt x="0" y="104457"/>
                </a:lnTo>
                <a:cubicBezTo>
                  <a:pt x="0" y="46766"/>
                  <a:pt x="46766" y="0"/>
                  <a:pt x="104457" y="0"/>
                </a:cubicBezTo>
                <a:lnTo>
                  <a:pt x="941047" y="0"/>
                </a:lnTo>
                <a:lnTo>
                  <a:pt x="941047" y="208914"/>
                </a:ln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4020526" y="4385518"/>
            <a:ext cx="1023511" cy="191174"/>
          </a:xfrm>
          <a:custGeom>
            <a:avLst/>
            <a:gdLst/>
            <a:ahLst/>
            <a:cxnLst/>
            <a:rect l="l" t="t" r="r" b="b"/>
            <a:pathLst>
              <a:path w="1269007" h="237027">
                <a:moveTo>
                  <a:pt x="1269008" y="237027"/>
                </a:moveTo>
                <a:lnTo>
                  <a:pt x="118514" y="237027"/>
                </a:lnTo>
                <a:cubicBezTo>
                  <a:pt x="53028" y="237027"/>
                  <a:pt x="0" y="183932"/>
                  <a:pt x="0" y="118513"/>
                </a:cubicBezTo>
                <a:lnTo>
                  <a:pt x="0" y="118513"/>
                </a:lnTo>
                <a:cubicBezTo>
                  <a:pt x="0" y="53028"/>
                  <a:pt x="53095" y="0"/>
                  <a:pt x="118514" y="0"/>
                </a:cubicBezTo>
                <a:lnTo>
                  <a:pt x="1269008" y="0"/>
                </a:lnTo>
                <a:lnTo>
                  <a:pt x="1269008" y="237027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4437850" y="4396855"/>
            <a:ext cx="597804" cy="168499"/>
          </a:xfrm>
          <a:custGeom>
            <a:avLst/>
            <a:gdLst/>
            <a:ahLst/>
            <a:cxnLst/>
            <a:rect l="l" t="t" r="r" b="b"/>
            <a:pathLst>
              <a:path w="741192" h="208914">
                <a:moveTo>
                  <a:pt x="741193" y="208914"/>
                </a:moveTo>
                <a:lnTo>
                  <a:pt x="104457" y="208914"/>
                </a:lnTo>
                <a:cubicBezTo>
                  <a:pt x="46766" y="208914"/>
                  <a:pt x="0" y="162149"/>
                  <a:pt x="0" y="104457"/>
                </a:cubicBezTo>
                <a:lnTo>
                  <a:pt x="0" y="104457"/>
                </a:lnTo>
                <a:cubicBezTo>
                  <a:pt x="0" y="46766"/>
                  <a:pt x="46766" y="0"/>
                  <a:pt x="104457" y="0"/>
                </a:cubicBezTo>
                <a:lnTo>
                  <a:pt x="741193" y="0"/>
                </a:lnTo>
                <a:lnTo>
                  <a:pt x="741193" y="208914"/>
                </a:ln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5850364" y="2708053"/>
            <a:ext cx="599954" cy="617420"/>
          </a:xfrm>
          <a:custGeom>
            <a:avLst/>
            <a:gdLst/>
            <a:ahLst/>
            <a:cxnLst/>
            <a:rect l="l" t="t" r="r" b="b"/>
            <a:pathLst>
              <a:path w="743857" h="765511">
                <a:moveTo>
                  <a:pt x="343291" y="0"/>
                </a:moveTo>
                <a:cubicBezTo>
                  <a:pt x="343291" y="0"/>
                  <a:pt x="26189" y="128040"/>
                  <a:pt x="147367" y="368798"/>
                </a:cubicBezTo>
                <a:cubicBezTo>
                  <a:pt x="147367" y="368798"/>
                  <a:pt x="-103183" y="491575"/>
                  <a:pt x="49106" y="676640"/>
                </a:cubicBezTo>
                <a:cubicBezTo>
                  <a:pt x="201394" y="861638"/>
                  <a:pt x="581784" y="721207"/>
                  <a:pt x="682777" y="586572"/>
                </a:cubicBezTo>
                <a:cubicBezTo>
                  <a:pt x="751527" y="494906"/>
                  <a:pt x="810484" y="226368"/>
                  <a:pt x="576321" y="154288"/>
                </a:cubicBezTo>
                <a:cubicBezTo>
                  <a:pt x="342225" y="82207"/>
                  <a:pt x="343291" y="0"/>
                  <a:pt x="343291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3612154" y="4768241"/>
            <a:ext cx="4967693" cy="70118"/>
          </a:xfrm>
          <a:custGeom>
            <a:avLst/>
            <a:gdLst/>
            <a:ahLst/>
            <a:cxnLst/>
            <a:rect l="l" t="t" r="r" b="b"/>
            <a:pathLst>
              <a:path w="7120408" h="105922">
                <a:moveTo>
                  <a:pt x="0" y="0"/>
                </a:moveTo>
                <a:lnTo>
                  <a:pt x="7120408" y="0"/>
                </a:lnTo>
                <a:lnTo>
                  <a:pt x="7120408" y="105923"/>
                </a:lnTo>
                <a:lnTo>
                  <a:pt x="0" y="105923"/>
                </a:lnTo>
                <a:close/>
              </a:path>
            </a:pathLst>
          </a:custGeom>
          <a:solidFill>
            <a:srgbClr val="30355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4882720" y="3992910"/>
            <a:ext cx="1539291" cy="738020"/>
          </a:xfrm>
          <a:custGeom>
            <a:avLst/>
            <a:gdLst/>
            <a:ahLst/>
            <a:cxnLst/>
            <a:rect l="l" t="t" r="r" b="b"/>
            <a:pathLst>
              <a:path w="1908499" h="915038">
                <a:moveTo>
                  <a:pt x="1113213" y="0"/>
                </a:moveTo>
                <a:cubicBezTo>
                  <a:pt x="1113213" y="0"/>
                  <a:pt x="321457" y="130038"/>
                  <a:pt x="75369" y="390182"/>
                </a:cubicBezTo>
                <a:cubicBezTo>
                  <a:pt x="-95839" y="572516"/>
                  <a:pt x="-149333" y="1017858"/>
                  <a:pt x="1908500" y="893415"/>
                </a:cubicBezTo>
                <a:cubicBezTo>
                  <a:pt x="1901371" y="537208"/>
                  <a:pt x="1901371" y="537208"/>
                  <a:pt x="1901371" y="537208"/>
                </a:cubicBezTo>
                <a:cubicBezTo>
                  <a:pt x="1229128" y="282727"/>
                  <a:pt x="1229128" y="282727"/>
                  <a:pt x="1229128" y="282727"/>
                </a:cubicBezTo>
                <a:cubicBezTo>
                  <a:pt x="1113213" y="0"/>
                  <a:pt x="1113213" y="0"/>
                  <a:pt x="1113213" y="0"/>
                </a:cubicBezTo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4700108" y="4516567"/>
            <a:ext cx="552349" cy="251297"/>
          </a:xfrm>
          <a:custGeom>
            <a:avLst/>
            <a:gdLst/>
            <a:ahLst/>
            <a:cxnLst/>
            <a:rect l="l" t="t" r="r" b="b"/>
            <a:pathLst>
              <a:path w="684834" h="311572">
                <a:moveTo>
                  <a:pt x="684834" y="311573"/>
                </a:moveTo>
                <a:cubicBezTo>
                  <a:pt x="156952" y="311573"/>
                  <a:pt x="156952" y="311573"/>
                  <a:pt x="156952" y="311573"/>
                </a:cubicBezTo>
                <a:cubicBezTo>
                  <a:pt x="71348" y="311573"/>
                  <a:pt x="0" y="242157"/>
                  <a:pt x="0" y="156685"/>
                </a:cubicBezTo>
                <a:cubicBezTo>
                  <a:pt x="0" y="69416"/>
                  <a:pt x="71348" y="0"/>
                  <a:pt x="156952" y="0"/>
                </a:cubicBezTo>
                <a:cubicBezTo>
                  <a:pt x="684834" y="0"/>
                  <a:pt x="684834" y="0"/>
                  <a:pt x="684834" y="0"/>
                </a:cubicBezTo>
                <a:cubicBezTo>
                  <a:pt x="684834" y="311573"/>
                  <a:pt x="684834" y="311573"/>
                  <a:pt x="684834" y="311573"/>
                </a:cubicBezTo>
              </a:path>
            </a:pathLst>
          </a:custGeom>
          <a:solidFill>
            <a:srgbClr val="443789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4823044" y="4566268"/>
            <a:ext cx="429414" cy="153238"/>
          </a:xfrm>
          <a:custGeom>
            <a:avLst/>
            <a:gdLst/>
            <a:ahLst/>
            <a:cxnLst/>
            <a:rect l="l" t="t" r="r" b="b"/>
            <a:pathLst>
              <a:path w="532411" h="189994">
                <a:moveTo>
                  <a:pt x="532412" y="189995"/>
                </a:moveTo>
                <a:cubicBezTo>
                  <a:pt x="94398" y="189995"/>
                  <a:pt x="94398" y="189995"/>
                  <a:pt x="94398" y="189995"/>
                </a:cubicBezTo>
                <a:cubicBezTo>
                  <a:pt x="42769" y="189995"/>
                  <a:pt x="0" y="146959"/>
                  <a:pt x="0" y="94997"/>
                </a:cubicBezTo>
                <a:cubicBezTo>
                  <a:pt x="0" y="41237"/>
                  <a:pt x="42769" y="0"/>
                  <a:pt x="94398" y="0"/>
                </a:cubicBezTo>
                <a:cubicBezTo>
                  <a:pt x="532412" y="0"/>
                  <a:pt x="532412" y="0"/>
                  <a:pt x="532412" y="0"/>
                </a:cubicBezTo>
                <a:cubicBezTo>
                  <a:pt x="532412" y="189995"/>
                  <a:pt x="532412" y="189995"/>
                  <a:pt x="532412" y="189995"/>
                </a:cubicBezTo>
              </a:path>
            </a:pathLst>
          </a:custGeom>
          <a:solidFill>
            <a:srgbClr val="22211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4723643" y="4517912"/>
            <a:ext cx="528868" cy="249954"/>
          </a:xfrm>
          <a:custGeom>
            <a:avLst/>
            <a:gdLst/>
            <a:ahLst/>
            <a:cxnLst/>
            <a:rect l="l" t="t" r="r" b="b"/>
            <a:pathLst>
              <a:path w="655721" h="309907">
                <a:moveTo>
                  <a:pt x="655655" y="0"/>
                </a:moveTo>
                <a:lnTo>
                  <a:pt x="655655" y="0"/>
                </a:lnTo>
                <a:cubicBezTo>
                  <a:pt x="493507" y="60556"/>
                  <a:pt x="493507" y="60556"/>
                  <a:pt x="493507" y="60556"/>
                </a:cubicBezTo>
                <a:cubicBezTo>
                  <a:pt x="655655" y="60556"/>
                  <a:pt x="655655" y="60556"/>
                  <a:pt x="655655" y="60556"/>
                </a:cubicBezTo>
                <a:cubicBezTo>
                  <a:pt x="655655" y="249351"/>
                  <a:pt x="655655" y="249351"/>
                  <a:pt x="655655" y="249351"/>
                </a:cubicBezTo>
                <a:cubicBezTo>
                  <a:pt x="217375" y="249351"/>
                  <a:pt x="217375" y="249351"/>
                  <a:pt x="217375" y="249351"/>
                </a:cubicBezTo>
                <a:cubicBezTo>
                  <a:pt x="179936" y="249351"/>
                  <a:pt x="146093" y="226235"/>
                  <a:pt x="131837" y="194125"/>
                </a:cubicBezTo>
                <a:cubicBezTo>
                  <a:pt x="0" y="242223"/>
                  <a:pt x="0" y="242223"/>
                  <a:pt x="0" y="242223"/>
                </a:cubicBezTo>
                <a:cubicBezTo>
                  <a:pt x="28513" y="283193"/>
                  <a:pt x="74812" y="309907"/>
                  <a:pt x="128307" y="309907"/>
                </a:cubicBezTo>
                <a:cubicBezTo>
                  <a:pt x="655722" y="309907"/>
                  <a:pt x="655722" y="309907"/>
                  <a:pt x="655722" y="309907"/>
                </a:cubicBezTo>
                <a:cubicBezTo>
                  <a:pt x="655655" y="0"/>
                  <a:pt x="655655" y="0"/>
                  <a:pt x="655655" y="0"/>
                </a:cubicBezTo>
              </a:path>
            </a:pathLst>
          </a:custGeom>
          <a:solidFill>
            <a:srgbClr val="2B225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4829921" y="4566268"/>
            <a:ext cx="422537" cy="153238"/>
          </a:xfrm>
          <a:custGeom>
            <a:avLst/>
            <a:gdLst/>
            <a:ahLst/>
            <a:cxnLst/>
            <a:rect l="l" t="t" r="r" b="b"/>
            <a:pathLst>
              <a:path w="523884" h="189994">
                <a:moveTo>
                  <a:pt x="523885" y="0"/>
                </a:moveTo>
                <a:cubicBezTo>
                  <a:pt x="361736" y="0"/>
                  <a:pt x="361736" y="0"/>
                  <a:pt x="361736" y="0"/>
                </a:cubicBezTo>
                <a:cubicBezTo>
                  <a:pt x="0" y="134435"/>
                  <a:pt x="0" y="134435"/>
                  <a:pt x="0" y="134435"/>
                </a:cubicBezTo>
                <a:cubicBezTo>
                  <a:pt x="14256" y="166678"/>
                  <a:pt x="48098" y="189995"/>
                  <a:pt x="85538" y="189995"/>
                </a:cubicBezTo>
                <a:cubicBezTo>
                  <a:pt x="523885" y="189995"/>
                  <a:pt x="523885" y="189995"/>
                  <a:pt x="523885" y="189995"/>
                </a:cubicBezTo>
                <a:cubicBezTo>
                  <a:pt x="523885" y="0"/>
                  <a:pt x="523885" y="0"/>
                  <a:pt x="523885" y="0"/>
                </a:cubicBezTo>
              </a:path>
            </a:pathLst>
          </a:custGeom>
          <a:solidFill>
            <a:srgbClr val="15141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4929378" y="4593885"/>
            <a:ext cx="11069" cy="96661"/>
          </a:xfrm>
          <a:custGeom>
            <a:avLst/>
            <a:gdLst/>
            <a:ahLst/>
            <a:cxnLst/>
            <a:rect l="l" t="t" r="r" b="b"/>
            <a:pathLst>
              <a:path w="13723" h="119845">
                <a:moveTo>
                  <a:pt x="0" y="0"/>
                </a:moveTo>
                <a:lnTo>
                  <a:pt x="13723" y="0"/>
                </a:lnTo>
                <a:lnTo>
                  <a:pt x="13723" y="119846"/>
                </a:lnTo>
                <a:lnTo>
                  <a:pt x="0" y="119846"/>
                </a:lnTo>
                <a:lnTo>
                  <a:pt x="0" y="0"/>
                </a:lnTo>
                <a:close/>
              </a:path>
            </a:pathLst>
          </a:custGeom>
          <a:solidFill>
            <a:srgbClr val="D2BDB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5001160" y="4593885"/>
            <a:ext cx="11069" cy="96661"/>
          </a:xfrm>
          <a:custGeom>
            <a:avLst/>
            <a:gdLst/>
            <a:ahLst/>
            <a:cxnLst/>
            <a:rect l="l" t="t" r="r" b="b"/>
            <a:pathLst>
              <a:path w="13723" h="119845">
                <a:moveTo>
                  <a:pt x="0" y="0"/>
                </a:moveTo>
                <a:lnTo>
                  <a:pt x="13724" y="0"/>
                </a:lnTo>
                <a:lnTo>
                  <a:pt x="13724" y="119846"/>
                </a:lnTo>
                <a:lnTo>
                  <a:pt x="0" y="119846"/>
                </a:lnTo>
                <a:lnTo>
                  <a:pt x="0" y="0"/>
                </a:lnTo>
                <a:close/>
              </a:path>
            </a:pathLst>
          </a:custGeom>
          <a:solidFill>
            <a:srgbClr val="D2BDB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5072999" y="4593885"/>
            <a:ext cx="12411" cy="96661"/>
          </a:xfrm>
          <a:custGeom>
            <a:avLst/>
            <a:gdLst/>
            <a:ahLst/>
            <a:cxnLst/>
            <a:rect l="l" t="t" r="r" b="b"/>
            <a:pathLst>
              <a:path w="15388" h="119845">
                <a:moveTo>
                  <a:pt x="0" y="0"/>
                </a:moveTo>
                <a:lnTo>
                  <a:pt x="15389" y="0"/>
                </a:lnTo>
                <a:lnTo>
                  <a:pt x="15389" y="119846"/>
                </a:lnTo>
                <a:lnTo>
                  <a:pt x="0" y="119846"/>
                </a:lnTo>
                <a:lnTo>
                  <a:pt x="0" y="0"/>
                </a:lnTo>
                <a:close/>
              </a:path>
            </a:pathLst>
          </a:custGeom>
          <a:solidFill>
            <a:srgbClr val="D2BDB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7160696" y="4490293"/>
            <a:ext cx="584049" cy="251297"/>
          </a:xfrm>
          <a:custGeom>
            <a:avLst/>
            <a:gdLst/>
            <a:ahLst/>
            <a:cxnLst/>
            <a:rect l="l" t="t" r="r" b="b"/>
            <a:pathLst>
              <a:path w="724138" h="311572">
                <a:moveTo>
                  <a:pt x="0" y="0"/>
                </a:moveTo>
                <a:cubicBezTo>
                  <a:pt x="567586" y="0"/>
                  <a:pt x="567586" y="0"/>
                  <a:pt x="567586" y="0"/>
                </a:cubicBezTo>
                <a:cubicBezTo>
                  <a:pt x="652991" y="0"/>
                  <a:pt x="724139" y="69416"/>
                  <a:pt x="724139" y="156685"/>
                </a:cubicBezTo>
                <a:cubicBezTo>
                  <a:pt x="724139" y="242157"/>
                  <a:pt x="652991" y="311573"/>
                  <a:pt x="567586" y="311573"/>
                </a:cubicBezTo>
                <a:cubicBezTo>
                  <a:pt x="0" y="311573"/>
                  <a:pt x="0" y="311573"/>
                  <a:pt x="0" y="311573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7160696" y="4490293"/>
            <a:ext cx="550952" cy="251297"/>
          </a:xfrm>
          <a:custGeom>
            <a:avLst/>
            <a:gdLst/>
            <a:ahLst/>
            <a:cxnLst/>
            <a:rect l="l" t="t" r="r" b="b"/>
            <a:pathLst>
              <a:path w="683101" h="311572">
                <a:moveTo>
                  <a:pt x="0" y="0"/>
                </a:moveTo>
                <a:cubicBezTo>
                  <a:pt x="526549" y="0"/>
                  <a:pt x="526549" y="0"/>
                  <a:pt x="526549" y="0"/>
                </a:cubicBezTo>
                <a:cubicBezTo>
                  <a:pt x="613686" y="0"/>
                  <a:pt x="683102" y="69416"/>
                  <a:pt x="683102" y="156685"/>
                </a:cubicBezTo>
                <a:cubicBezTo>
                  <a:pt x="683102" y="242157"/>
                  <a:pt x="613753" y="311573"/>
                  <a:pt x="526549" y="311573"/>
                </a:cubicBezTo>
                <a:cubicBezTo>
                  <a:pt x="0" y="311573"/>
                  <a:pt x="0" y="311573"/>
                  <a:pt x="0" y="311573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43789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7159353" y="4689150"/>
            <a:ext cx="555035" cy="53838"/>
          </a:xfrm>
          <a:custGeom>
            <a:avLst/>
            <a:gdLst/>
            <a:ahLst/>
            <a:cxnLst/>
            <a:rect l="l" t="t" r="r" b="b"/>
            <a:pathLst>
              <a:path w="688164" h="66751">
                <a:moveTo>
                  <a:pt x="688165" y="10525"/>
                </a:moveTo>
                <a:cubicBezTo>
                  <a:pt x="677506" y="24582"/>
                  <a:pt x="663250" y="35107"/>
                  <a:pt x="649060" y="43901"/>
                </a:cubicBezTo>
                <a:lnTo>
                  <a:pt x="649060" y="43901"/>
                </a:lnTo>
                <a:cubicBezTo>
                  <a:pt x="665049" y="35107"/>
                  <a:pt x="677506" y="24582"/>
                  <a:pt x="688165" y="10525"/>
                </a:cubicBezTo>
                <a:lnTo>
                  <a:pt x="688165" y="10525"/>
                </a:lnTo>
                <a:moveTo>
                  <a:pt x="1732" y="0"/>
                </a:moveTo>
                <a:lnTo>
                  <a:pt x="0" y="0"/>
                </a:lnTo>
                <a:cubicBezTo>
                  <a:pt x="0" y="66751"/>
                  <a:pt x="0" y="66751"/>
                  <a:pt x="0" y="66751"/>
                </a:cubicBezTo>
                <a:cubicBezTo>
                  <a:pt x="380589" y="66751"/>
                  <a:pt x="380589" y="66751"/>
                  <a:pt x="380589" y="66751"/>
                </a:cubicBezTo>
                <a:cubicBezTo>
                  <a:pt x="380589" y="66751"/>
                  <a:pt x="380589" y="66751"/>
                  <a:pt x="382388" y="65019"/>
                </a:cubicBezTo>
                <a:cubicBezTo>
                  <a:pt x="1799" y="65019"/>
                  <a:pt x="1799" y="65019"/>
                  <a:pt x="1799" y="65019"/>
                </a:cubicBezTo>
                <a:cubicBezTo>
                  <a:pt x="1732" y="0"/>
                  <a:pt x="1732" y="0"/>
                  <a:pt x="1732" y="0"/>
                </a:cubicBezTo>
              </a:path>
            </a:pathLst>
          </a:custGeom>
          <a:solidFill>
            <a:srgbClr val="923A2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pic>
        <p:nvPicPr>
          <p:cNvPr id="35" name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819" y="4667056"/>
            <a:ext cx="8285" cy="27617"/>
          </a:xfrm>
          <a:custGeom>
            <a:avLst/>
            <a:gdLst/>
            <a:ahLst/>
            <a:cxnLst/>
            <a:rect l="0" t="0" r="0" b="0"/>
            <a:pathLst>
              <a:path w="10272" h="34241">
                <a:moveTo>
                  <a:pt x="754" y="552"/>
                </a:moveTo>
                <a:lnTo>
                  <a:pt x="11027" y="552"/>
                </a:lnTo>
                <a:lnTo>
                  <a:pt x="11027" y="34794"/>
                </a:lnTo>
                <a:lnTo>
                  <a:pt x="754" y="34794"/>
                </a:lnTo>
                <a:close/>
              </a:path>
            </a:pathLst>
          </a:custGeom>
        </p:spPr>
      </p:pic>
      <p:sp>
        <p:nvSpPr>
          <p:cNvPr id="36" name="Freeform 36"/>
          <p:cNvSpPr/>
          <p:nvPr/>
        </p:nvSpPr>
        <p:spPr>
          <a:xfrm>
            <a:off x="7114705" y="4551063"/>
            <a:ext cx="528815" cy="190582"/>
          </a:xfrm>
          <a:custGeom>
            <a:avLst/>
            <a:gdLst/>
            <a:ahLst/>
            <a:cxnLst/>
            <a:rect l="l" t="t" r="r" b="b"/>
            <a:pathLst>
              <a:path w="655655" h="236294">
                <a:moveTo>
                  <a:pt x="197256" y="0"/>
                </a:moveTo>
                <a:cubicBezTo>
                  <a:pt x="138632" y="60423"/>
                  <a:pt x="67551" y="110119"/>
                  <a:pt x="0" y="149224"/>
                </a:cubicBezTo>
                <a:cubicBezTo>
                  <a:pt x="0" y="236294"/>
                  <a:pt x="0" y="236294"/>
                  <a:pt x="0" y="236294"/>
                </a:cubicBezTo>
                <a:cubicBezTo>
                  <a:pt x="525950" y="236294"/>
                  <a:pt x="525950" y="236294"/>
                  <a:pt x="525950" y="236294"/>
                </a:cubicBezTo>
                <a:cubicBezTo>
                  <a:pt x="579244" y="236294"/>
                  <a:pt x="627210" y="209647"/>
                  <a:pt x="655655" y="168810"/>
                </a:cubicBezTo>
                <a:cubicBezTo>
                  <a:pt x="197256" y="0"/>
                  <a:pt x="197256" y="0"/>
                  <a:pt x="197256" y="0"/>
                </a:cubicBezTo>
              </a:path>
            </a:pathLst>
          </a:custGeom>
          <a:solidFill>
            <a:srgbClr val="2B225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7117443" y="4540048"/>
            <a:ext cx="429414" cy="153238"/>
          </a:xfrm>
          <a:custGeom>
            <a:avLst/>
            <a:gdLst/>
            <a:ahLst/>
            <a:cxnLst/>
            <a:rect l="l" t="t" r="r" b="b"/>
            <a:pathLst>
              <a:path w="532411" h="189994">
                <a:moveTo>
                  <a:pt x="0" y="0"/>
                </a:moveTo>
                <a:cubicBezTo>
                  <a:pt x="438347" y="0"/>
                  <a:pt x="438347" y="0"/>
                  <a:pt x="438347" y="0"/>
                </a:cubicBezTo>
                <a:cubicBezTo>
                  <a:pt x="489843" y="0"/>
                  <a:pt x="532412" y="41237"/>
                  <a:pt x="532412" y="94997"/>
                </a:cubicBezTo>
                <a:cubicBezTo>
                  <a:pt x="532412" y="146959"/>
                  <a:pt x="489843" y="189995"/>
                  <a:pt x="438347" y="189995"/>
                </a:cubicBezTo>
                <a:cubicBezTo>
                  <a:pt x="0" y="189995"/>
                  <a:pt x="0" y="189995"/>
                  <a:pt x="0" y="189995"/>
                </a:cubicBez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2211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6982150" y="4504101"/>
            <a:ext cx="149102" cy="236146"/>
          </a:xfrm>
          <a:custGeom>
            <a:avLst/>
            <a:gdLst/>
            <a:ahLst/>
            <a:cxnLst/>
            <a:rect l="l" t="t" r="r" b="b"/>
            <a:pathLst>
              <a:path w="184865" h="292786">
                <a:moveTo>
                  <a:pt x="0" y="0"/>
                </a:moveTo>
                <a:lnTo>
                  <a:pt x="184865" y="0"/>
                </a:lnTo>
                <a:lnTo>
                  <a:pt x="184865" y="292786"/>
                </a:lnTo>
                <a:lnTo>
                  <a:pt x="0" y="292786"/>
                </a:lnTo>
                <a:lnTo>
                  <a:pt x="0" y="0"/>
                </a:ln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5617040" y="3132416"/>
            <a:ext cx="1073278" cy="1291411"/>
          </a:xfrm>
          <a:custGeom>
            <a:avLst/>
            <a:gdLst/>
            <a:ahLst/>
            <a:cxnLst/>
            <a:rect l="l" t="t" r="r" b="b"/>
            <a:pathLst>
              <a:path w="1330711" h="1601165">
                <a:moveTo>
                  <a:pt x="665356" y="1601166"/>
                </a:moveTo>
                <a:lnTo>
                  <a:pt x="665356" y="1601166"/>
                </a:lnTo>
                <a:cubicBezTo>
                  <a:pt x="222878" y="1601166"/>
                  <a:pt x="-96489" y="1205854"/>
                  <a:pt x="26622" y="810542"/>
                </a:cubicBezTo>
                <a:cubicBezTo>
                  <a:pt x="172915" y="343816"/>
                  <a:pt x="172915" y="343816"/>
                  <a:pt x="172915" y="343816"/>
                </a:cubicBezTo>
                <a:cubicBezTo>
                  <a:pt x="237135" y="141164"/>
                  <a:pt x="436989" y="0"/>
                  <a:pt x="665356" y="0"/>
                </a:cubicBezTo>
                <a:cubicBezTo>
                  <a:pt x="893723" y="0"/>
                  <a:pt x="1095309" y="141164"/>
                  <a:pt x="1157797" y="343816"/>
                </a:cubicBezTo>
                <a:cubicBezTo>
                  <a:pt x="1304090" y="810542"/>
                  <a:pt x="1304090" y="810542"/>
                  <a:pt x="1304090" y="810542"/>
                </a:cubicBezTo>
                <a:cubicBezTo>
                  <a:pt x="1427200" y="1205854"/>
                  <a:pt x="1107833" y="1601166"/>
                  <a:pt x="665356" y="1601166"/>
                </a:cubicBezTo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5152627" y="4526240"/>
            <a:ext cx="150498" cy="236091"/>
          </a:xfrm>
          <a:custGeom>
            <a:avLst/>
            <a:gdLst/>
            <a:ahLst/>
            <a:cxnLst/>
            <a:rect l="l" t="t" r="r" b="b"/>
            <a:pathLst>
              <a:path w="186597" h="292719">
                <a:moveTo>
                  <a:pt x="0" y="0"/>
                </a:moveTo>
                <a:lnTo>
                  <a:pt x="186597" y="0"/>
                </a:lnTo>
                <a:lnTo>
                  <a:pt x="186597" y="292720"/>
                </a:lnTo>
                <a:lnTo>
                  <a:pt x="0" y="292720"/>
                </a:lnTo>
                <a:lnTo>
                  <a:pt x="0" y="0"/>
                </a:ln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6077497" y="2989224"/>
            <a:ext cx="126259" cy="202931"/>
          </a:xfrm>
          <a:custGeom>
            <a:avLst/>
            <a:gdLst/>
            <a:ahLst/>
            <a:cxnLst/>
            <a:rect l="l" t="t" r="r" b="b"/>
            <a:pathLst>
              <a:path w="156543" h="251605">
                <a:moveTo>
                  <a:pt x="48755" y="250351"/>
                </a:moveTo>
                <a:cubicBezTo>
                  <a:pt x="15446" y="243622"/>
                  <a:pt x="-5471" y="212045"/>
                  <a:pt x="1257" y="178736"/>
                </a:cubicBezTo>
                <a:cubicBezTo>
                  <a:pt x="37431" y="0"/>
                  <a:pt x="37431" y="0"/>
                  <a:pt x="37431" y="0"/>
                </a:cubicBezTo>
                <a:cubicBezTo>
                  <a:pt x="156544" y="24116"/>
                  <a:pt x="156544" y="24116"/>
                  <a:pt x="156544" y="24116"/>
                </a:cubicBezTo>
                <a:cubicBezTo>
                  <a:pt x="120370" y="202852"/>
                  <a:pt x="120370" y="202852"/>
                  <a:pt x="120370" y="202852"/>
                </a:cubicBezTo>
                <a:cubicBezTo>
                  <a:pt x="113642" y="236094"/>
                  <a:pt x="82065" y="257079"/>
                  <a:pt x="48755" y="250351"/>
                </a:cubicBezTo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5467908" y="3237618"/>
            <a:ext cx="760082" cy="1114265"/>
          </a:xfrm>
          <a:custGeom>
            <a:avLst/>
            <a:gdLst/>
            <a:ahLst/>
            <a:cxnLst/>
            <a:rect l="l" t="t" r="r" b="b"/>
            <a:pathLst>
              <a:path w="942392" h="1381527">
                <a:moveTo>
                  <a:pt x="505311" y="2"/>
                </a:moveTo>
                <a:cubicBezTo>
                  <a:pt x="505311" y="2"/>
                  <a:pt x="500381" y="-3396"/>
                  <a:pt x="364880" y="274668"/>
                </a:cubicBezTo>
                <a:cubicBezTo>
                  <a:pt x="364880" y="274668"/>
                  <a:pt x="199134" y="638270"/>
                  <a:pt x="286471" y="843254"/>
                </a:cubicBezTo>
                <a:cubicBezTo>
                  <a:pt x="350624" y="994743"/>
                  <a:pt x="942392" y="1044640"/>
                  <a:pt x="942392" y="1044640"/>
                </a:cubicBezTo>
                <a:cubicBezTo>
                  <a:pt x="942392" y="1044640"/>
                  <a:pt x="942392" y="1044640"/>
                  <a:pt x="892495" y="1381528"/>
                </a:cubicBezTo>
                <a:cubicBezTo>
                  <a:pt x="892495" y="1381528"/>
                  <a:pt x="421905" y="1313777"/>
                  <a:pt x="172420" y="1187270"/>
                </a:cubicBezTo>
                <a:cubicBezTo>
                  <a:pt x="-356927" y="921663"/>
                  <a:pt x="501514" y="535"/>
                  <a:pt x="501514" y="535"/>
                </a:cubicBezTo>
                <a:lnTo>
                  <a:pt x="505311" y="2"/>
                </a:ln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5234082" y="4214012"/>
            <a:ext cx="1560279" cy="321792"/>
          </a:xfrm>
          <a:custGeom>
            <a:avLst/>
            <a:gdLst/>
            <a:ahLst/>
            <a:cxnLst/>
            <a:rect l="l" t="t" r="r" b="b"/>
            <a:pathLst>
              <a:path w="1934522" h="398975">
                <a:moveTo>
                  <a:pt x="1547605" y="0"/>
                </a:moveTo>
                <a:lnTo>
                  <a:pt x="0" y="398976"/>
                </a:lnTo>
                <a:lnTo>
                  <a:pt x="1934523" y="70748"/>
                </a:lnTo>
                <a:lnTo>
                  <a:pt x="1547605" y="0"/>
                </a:lnTo>
                <a:lnTo>
                  <a:pt x="1547605" y="0"/>
                </a:lnTo>
                <a:close/>
              </a:path>
            </a:pathLst>
          </a:custGeom>
          <a:solidFill>
            <a:srgbClr val="0169EE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5489517" y="4198698"/>
            <a:ext cx="735946" cy="238617"/>
          </a:xfrm>
          <a:custGeom>
            <a:avLst/>
            <a:gdLst/>
            <a:ahLst/>
            <a:cxnLst/>
            <a:rect l="l" t="t" r="r" b="b"/>
            <a:pathLst>
              <a:path w="912468" h="295851">
                <a:moveTo>
                  <a:pt x="912468" y="295851"/>
                </a:moveTo>
                <a:lnTo>
                  <a:pt x="0" y="162748"/>
                </a:lnTo>
                <a:lnTo>
                  <a:pt x="297650" y="0"/>
                </a:lnTo>
                <a:lnTo>
                  <a:pt x="912468" y="295851"/>
                </a:lnTo>
                <a:lnTo>
                  <a:pt x="912468" y="295851"/>
                </a:lnTo>
                <a:close/>
              </a:path>
            </a:pathLst>
          </a:custGeom>
          <a:solidFill>
            <a:srgbClr val="0169EE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5234082" y="3969914"/>
            <a:ext cx="2146803" cy="797951"/>
          </a:xfrm>
          <a:custGeom>
            <a:avLst/>
            <a:gdLst/>
            <a:ahLst/>
            <a:cxnLst/>
            <a:rect l="l" t="t" r="r" b="b"/>
            <a:pathLst>
              <a:path w="2661729" h="989345">
                <a:moveTo>
                  <a:pt x="1654061" y="0"/>
                </a:moveTo>
                <a:cubicBezTo>
                  <a:pt x="1654061" y="0"/>
                  <a:pt x="2518497" y="50896"/>
                  <a:pt x="2646870" y="440945"/>
                </a:cubicBezTo>
                <a:cubicBezTo>
                  <a:pt x="2773445" y="830994"/>
                  <a:pt x="2049772" y="989345"/>
                  <a:pt x="2049772" y="989345"/>
                </a:cubicBezTo>
                <a:cubicBezTo>
                  <a:pt x="0" y="989345"/>
                  <a:pt x="0" y="989345"/>
                  <a:pt x="0" y="989345"/>
                </a:cubicBezTo>
                <a:cubicBezTo>
                  <a:pt x="0" y="689697"/>
                  <a:pt x="0" y="689697"/>
                  <a:pt x="0" y="689697"/>
                </a:cubicBezTo>
                <a:cubicBezTo>
                  <a:pt x="1830532" y="361803"/>
                  <a:pt x="1830532" y="361803"/>
                  <a:pt x="1830532" y="361803"/>
                </a:cubicBezTo>
                <a:cubicBezTo>
                  <a:pt x="1379594" y="305244"/>
                  <a:pt x="1379594" y="305244"/>
                  <a:pt x="1379594" y="305244"/>
                </a:cubicBezTo>
                <a:cubicBezTo>
                  <a:pt x="1654061" y="0"/>
                  <a:pt x="1654061" y="0"/>
                  <a:pt x="1654061" y="0"/>
                </a:cubicBezTo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6083132" y="3241542"/>
            <a:ext cx="761653" cy="1111415"/>
          </a:xfrm>
          <a:custGeom>
            <a:avLst/>
            <a:gdLst/>
            <a:ahLst/>
            <a:cxnLst/>
            <a:rect l="l" t="t" r="r" b="b"/>
            <a:pathLst>
              <a:path w="944342" h="1377995">
                <a:moveTo>
                  <a:pt x="445875" y="0"/>
                </a:moveTo>
                <a:cubicBezTo>
                  <a:pt x="445875" y="0"/>
                  <a:pt x="481849" y="46433"/>
                  <a:pt x="588904" y="283926"/>
                </a:cubicBezTo>
                <a:cubicBezTo>
                  <a:pt x="588904" y="283926"/>
                  <a:pt x="697758" y="584374"/>
                  <a:pt x="656788" y="839721"/>
                </a:cubicBezTo>
                <a:cubicBezTo>
                  <a:pt x="630740" y="1002203"/>
                  <a:pt x="0" y="1041107"/>
                  <a:pt x="0" y="1041107"/>
                </a:cubicBezTo>
                <a:cubicBezTo>
                  <a:pt x="0" y="1041107"/>
                  <a:pt x="0" y="1041107"/>
                  <a:pt x="49964" y="1377995"/>
                </a:cubicBezTo>
                <a:cubicBezTo>
                  <a:pt x="49964" y="1377995"/>
                  <a:pt x="521153" y="1310245"/>
                  <a:pt x="771038" y="1183737"/>
                </a:cubicBezTo>
                <a:cubicBezTo>
                  <a:pt x="1301185" y="918197"/>
                  <a:pt x="445875" y="0"/>
                  <a:pt x="445875" y="0"/>
                </a:cubicBez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5560710" y="3231817"/>
            <a:ext cx="347690" cy="437956"/>
          </a:xfrm>
          <a:custGeom>
            <a:avLst/>
            <a:gdLst/>
            <a:ahLst/>
            <a:cxnLst/>
            <a:rect l="l" t="t" r="r" b="b"/>
            <a:pathLst>
              <a:path w="431085" h="543003">
                <a:moveTo>
                  <a:pt x="431086" y="13923"/>
                </a:moveTo>
                <a:cubicBezTo>
                  <a:pt x="431086" y="13923"/>
                  <a:pt x="390116" y="1732"/>
                  <a:pt x="391847" y="0"/>
                </a:cubicBezTo>
                <a:cubicBezTo>
                  <a:pt x="391847" y="0"/>
                  <a:pt x="114716" y="244089"/>
                  <a:pt x="0" y="445675"/>
                </a:cubicBezTo>
                <a:cubicBezTo>
                  <a:pt x="0" y="445675"/>
                  <a:pt x="76478" y="442211"/>
                  <a:pt x="218974" y="543004"/>
                </a:cubicBezTo>
                <a:lnTo>
                  <a:pt x="431086" y="13923"/>
                </a:ln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6435335" y="3235955"/>
            <a:ext cx="318245" cy="433820"/>
          </a:xfrm>
          <a:custGeom>
            <a:avLst/>
            <a:gdLst/>
            <a:ahLst/>
            <a:cxnLst/>
            <a:rect l="l" t="t" r="r" b="b"/>
            <a:pathLst>
              <a:path w="394578" h="537874">
                <a:moveTo>
                  <a:pt x="0" y="0"/>
                </a:moveTo>
                <a:cubicBezTo>
                  <a:pt x="0" y="0"/>
                  <a:pt x="0" y="0"/>
                  <a:pt x="0" y="1732"/>
                </a:cubicBezTo>
                <a:cubicBezTo>
                  <a:pt x="0" y="1732"/>
                  <a:pt x="0" y="1732"/>
                  <a:pt x="1732" y="1732"/>
                </a:cubicBezTo>
                <a:cubicBezTo>
                  <a:pt x="1665" y="1732"/>
                  <a:pt x="1665" y="1732"/>
                  <a:pt x="0" y="0"/>
                </a:cubicBezTo>
                <a:cubicBezTo>
                  <a:pt x="0" y="0"/>
                  <a:pt x="279863" y="238959"/>
                  <a:pt x="394579" y="440545"/>
                </a:cubicBezTo>
                <a:cubicBezTo>
                  <a:pt x="394579" y="440545"/>
                  <a:pt x="318101" y="437081"/>
                  <a:pt x="175605" y="53787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9" name="Freeform 49"/>
          <p:cNvSpPr/>
          <p:nvPr/>
        </p:nvSpPr>
        <p:spPr>
          <a:xfrm>
            <a:off x="6088851" y="2667092"/>
            <a:ext cx="352627" cy="456975"/>
          </a:xfrm>
          <a:custGeom>
            <a:avLst/>
            <a:gdLst/>
            <a:ahLst/>
            <a:cxnLst/>
            <a:rect l="l" t="t" r="r" b="b"/>
            <a:pathLst>
              <a:path w="437206" h="566584">
                <a:moveTo>
                  <a:pt x="431055" y="262698"/>
                </a:moveTo>
                <a:cubicBezTo>
                  <a:pt x="401144" y="417052"/>
                  <a:pt x="269840" y="587195"/>
                  <a:pt x="152991" y="564545"/>
                </a:cubicBezTo>
                <a:cubicBezTo>
                  <a:pt x="36077" y="541895"/>
                  <a:pt x="-22148" y="335045"/>
                  <a:pt x="7764" y="180691"/>
                </a:cubicBezTo>
                <a:cubicBezTo>
                  <a:pt x="37675" y="26337"/>
                  <a:pt x="144398" y="-17031"/>
                  <a:pt x="261312" y="5619"/>
                </a:cubicBezTo>
                <a:cubicBezTo>
                  <a:pt x="378161" y="28203"/>
                  <a:pt x="460967" y="108278"/>
                  <a:pt x="431055" y="262698"/>
                </a:cubicBez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0" name="Freeform 50"/>
          <p:cNvSpPr/>
          <p:nvPr/>
        </p:nvSpPr>
        <p:spPr>
          <a:xfrm>
            <a:off x="6065562" y="2655858"/>
            <a:ext cx="398411" cy="249891"/>
          </a:xfrm>
          <a:custGeom>
            <a:avLst/>
            <a:gdLst/>
            <a:ahLst/>
            <a:cxnLst/>
            <a:rect l="l" t="t" r="r" b="b"/>
            <a:pathLst>
              <a:path w="493973" h="309828">
                <a:moveTo>
                  <a:pt x="493973" y="220135"/>
                </a:moveTo>
                <a:cubicBezTo>
                  <a:pt x="493973" y="220135"/>
                  <a:pt x="466060" y="297145"/>
                  <a:pt x="258478" y="308737"/>
                </a:cubicBezTo>
                <a:cubicBezTo>
                  <a:pt x="16655" y="322194"/>
                  <a:pt x="0" y="206811"/>
                  <a:pt x="0" y="206811"/>
                </a:cubicBezTo>
                <a:cubicBezTo>
                  <a:pt x="0" y="206811"/>
                  <a:pt x="36906" y="3027"/>
                  <a:pt x="237760" y="29"/>
                </a:cubicBezTo>
                <a:cubicBezTo>
                  <a:pt x="438680" y="-2902"/>
                  <a:pt x="493973" y="220135"/>
                  <a:pt x="493973" y="220135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6322943" y="2790528"/>
            <a:ext cx="169402" cy="148914"/>
          </a:xfrm>
          <a:custGeom>
            <a:avLst/>
            <a:gdLst/>
            <a:ahLst/>
            <a:cxnLst/>
            <a:rect l="l" t="t" r="r" b="b"/>
            <a:pathLst>
              <a:path w="210034" h="184632">
                <a:moveTo>
                  <a:pt x="158671" y="0"/>
                </a:moveTo>
                <a:cubicBezTo>
                  <a:pt x="158671" y="0"/>
                  <a:pt x="260729" y="73346"/>
                  <a:pt x="177123" y="146693"/>
                </a:cubicBezTo>
                <a:cubicBezTo>
                  <a:pt x="93451" y="220040"/>
                  <a:pt x="25634" y="175738"/>
                  <a:pt x="2118" y="109320"/>
                </a:cubicBezTo>
                <a:cubicBezTo>
                  <a:pt x="-21398" y="42902"/>
                  <a:pt x="158671" y="0"/>
                  <a:pt x="158671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2" name="Freeform 52"/>
          <p:cNvSpPr/>
          <p:nvPr/>
        </p:nvSpPr>
        <p:spPr>
          <a:xfrm>
            <a:off x="6031712" y="2838349"/>
            <a:ext cx="114338" cy="114338"/>
          </a:xfrm>
          <a:custGeom>
            <a:avLst/>
            <a:gdLst/>
            <a:ahLst/>
            <a:cxnLst/>
            <a:rect l="l" t="t" r="r" b="b"/>
            <a:pathLst>
              <a:path w="141763" h="141763">
                <a:moveTo>
                  <a:pt x="141763" y="70882"/>
                </a:moveTo>
                <a:cubicBezTo>
                  <a:pt x="141763" y="110029"/>
                  <a:pt x="110028" y="141763"/>
                  <a:pt x="70881" y="141763"/>
                </a:cubicBezTo>
                <a:cubicBezTo>
                  <a:pt x="31735" y="141763"/>
                  <a:pt x="0" y="110029"/>
                  <a:pt x="0" y="70882"/>
                </a:cubicBezTo>
                <a:cubicBezTo>
                  <a:pt x="0" y="31735"/>
                  <a:pt x="31734" y="0"/>
                  <a:pt x="70881" y="0"/>
                </a:cubicBezTo>
                <a:cubicBezTo>
                  <a:pt x="110028" y="0"/>
                  <a:pt x="141763" y="31735"/>
                  <a:pt x="141763" y="70882"/>
                </a:cubicBez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3" name="Freeform 53"/>
          <p:cNvSpPr/>
          <p:nvPr/>
        </p:nvSpPr>
        <p:spPr>
          <a:xfrm>
            <a:off x="6065329" y="2822659"/>
            <a:ext cx="270670" cy="130030"/>
          </a:xfrm>
          <a:custGeom>
            <a:avLst/>
            <a:gdLst/>
            <a:ahLst/>
            <a:cxnLst/>
            <a:rect l="l" t="t" r="r" b="b"/>
            <a:pathLst>
              <a:path w="335593" h="161219">
                <a:moveTo>
                  <a:pt x="421" y="0"/>
                </a:moveTo>
                <a:cubicBezTo>
                  <a:pt x="421" y="0"/>
                  <a:pt x="-8106" y="81807"/>
                  <a:pt x="51584" y="127840"/>
                </a:cubicBezTo>
                <a:cubicBezTo>
                  <a:pt x="111274" y="173873"/>
                  <a:pt x="240846" y="177870"/>
                  <a:pt x="324318" y="104257"/>
                </a:cubicBezTo>
                <a:cubicBezTo>
                  <a:pt x="407791" y="30644"/>
                  <a:pt x="421" y="0"/>
                  <a:pt x="421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4" name="Freeform 54"/>
          <p:cNvSpPr/>
          <p:nvPr/>
        </p:nvSpPr>
        <p:spPr>
          <a:xfrm>
            <a:off x="6889895" y="2314047"/>
            <a:ext cx="1587145" cy="1440138"/>
          </a:xfrm>
          <a:custGeom>
            <a:avLst/>
            <a:gdLst/>
            <a:ahLst/>
            <a:cxnLst/>
            <a:rect l="l" t="t" r="r" b="b"/>
            <a:pathLst>
              <a:path w="1967831" h="1785564">
                <a:moveTo>
                  <a:pt x="1921532" y="1785565"/>
                </a:moveTo>
                <a:lnTo>
                  <a:pt x="46300" y="1785565"/>
                </a:lnTo>
                <a:cubicBezTo>
                  <a:pt x="20719" y="1785565"/>
                  <a:pt x="0" y="1764846"/>
                  <a:pt x="0" y="1739265"/>
                </a:cubicBezTo>
                <a:lnTo>
                  <a:pt x="0" y="46300"/>
                </a:lnTo>
                <a:cubicBezTo>
                  <a:pt x="0" y="20718"/>
                  <a:pt x="20719" y="0"/>
                  <a:pt x="46300" y="0"/>
                </a:cubicBezTo>
                <a:lnTo>
                  <a:pt x="1921532" y="0"/>
                </a:lnTo>
                <a:cubicBezTo>
                  <a:pt x="1947114" y="0"/>
                  <a:pt x="1967832" y="20718"/>
                  <a:pt x="1967832" y="46300"/>
                </a:cubicBezTo>
                <a:lnTo>
                  <a:pt x="1967832" y="1739265"/>
                </a:lnTo>
                <a:cubicBezTo>
                  <a:pt x="1967832" y="1764846"/>
                  <a:pt x="1947114" y="1785565"/>
                  <a:pt x="1921532" y="178556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5" name="Freeform 55"/>
          <p:cNvSpPr/>
          <p:nvPr/>
        </p:nvSpPr>
        <p:spPr>
          <a:xfrm>
            <a:off x="6951793" y="2614293"/>
            <a:ext cx="1525246" cy="1139999"/>
          </a:xfrm>
          <a:custGeom>
            <a:avLst/>
            <a:gdLst/>
            <a:ahLst/>
            <a:cxnLst/>
            <a:rect l="l" t="t" r="r" b="b"/>
            <a:pathLst>
              <a:path w="1891087" h="1413435">
                <a:moveTo>
                  <a:pt x="1891088" y="1367003"/>
                </a:moveTo>
                <a:lnTo>
                  <a:pt x="1891088" y="96996"/>
                </a:lnTo>
                <a:lnTo>
                  <a:pt x="1818075" y="23982"/>
                </a:lnTo>
                <a:cubicBezTo>
                  <a:pt x="1802685" y="8594"/>
                  <a:pt x="1781834" y="0"/>
                  <a:pt x="1760117" y="0"/>
                </a:cubicBezTo>
                <a:lnTo>
                  <a:pt x="35175" y="0"/>
                </a:lnTo>
                <a:cubicBezTo>
                  <a:pt x="16121" y="0"/>
                  <a:pt x="666" y="15455"/>
                  <a:pt x="666" y="34508"/>
                </a:cubicBezTo>
                <a:lnTo>
                  <a:pt x="0" y="901343"/>
                </a:lnTo>
                <a:cubicBezTo>
                  <a:pt x="0" y="919396"/>
                  <a:pt x="7195" y="936784"/>
                  <a:pt x="19919" y="949574"/>
                </a:cubicBezTo>
                <a:lnTo>
                  <a:pt x="483781" y="1413436"/>
                </a:lnTo>
                <a:lnTo>
                  <a:pt x="1844788" y="1413436"/>
                </a:lnTo>
                <a:cubicBezTo>
                  <a:pt x="1870370" y="1413303"/>
                  <a:pt x="1891088" y="1392584"/>
                  <a:pt x="1891088" y="1367003"/>
                </a:cubicBezTo>
                <a:close/>
              </a:path>
            </a:pathLst>
          </a:custGeom>
          <a:solidFill>
            <a:srgbClr val="0169EE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56" name="Group 56"/>
          <p:cNvGrpSpPr/>
          <p:nvPr/>
        </p:nvGrpSpPr>
        <p:grpSpPr>
          <a:xfrm>
            <a:off x="6948246" y="2614240"/>
            <a:ext cx="1446478" cy="759965"/>
            <a:chOff x="7309848" y="2614859"/>
            <a:chExt cx="1793425" cy="942246"/>
          </a:xfrm>
        </p:grpSpPr>
        <p:sp>
          <p:nvSpPr>
            <p:cNvPr id="57" name="Freeform 57"/>
            <p:cNvSpPr/>
            <p:nvPr/>
          </p:nvSpPr>
          <p:spPr>
            <a:xfrm>
              <a:off x="7309848" y="2614859"/>
              <a:ext cx="1054497" cy="750585"/>
            </a:xfrm>
            <a:custGeom>
              <a:avLst/>
              <a:gdLst/>
              <a:ahLst/>
              <a:cxnLst/>
              <a:rect l="l" t="t" r="r" b="b"/>
              <a:pathLst>
                <a:path w="1054497" h="750585">
                  <a:moveTo>
                    <a:pt x="1024386" y="750586"/>
                  </a:moveTo>
                  <a:lnTo>
                    <a:pt x="30178" y="750586"/>
                  </a:lnTo>
                  <a:cubicBezTo>
                    <a:pt x="13523" y="750586"/>
                    <a:pt x="0" y="737063"/>
                    <a:pt x="0" y="720408"/>
                  </a:cubicBezTo>
                  <a:lnTo>
                    <a:pt x="0" y="30178"/>
                  </a:lnTo>
                  <a:cubicBezTo>
                    <a:pt x="0" y="13524"/>
                    <a:pt x="13523" y="0"/>
                    <a:pt x="30178" y="0"/>
                  </a:cubicBezTo>
                  <a:lnTo>
                    <a:pt x="1024319" y="0"/>
                  </a:lnTo>
                  <a:cubicBezTo>
                    <a:pt x="1040974" y="0"/>
                    <a:pt x="1054498" y="13524"/>
                    <a:pt x="1054498" y="30178"/>
                  </a:cubicBezTo>
                  <a:lnTo>
                    <a:pt x="1054498" y="720475"/>
                  </a:lnTo>
                  <a:cubicBezTo>
                    <a:pt x="1054498" y="737129"/>
                    <a:pt x="1041041" y="750586"/>
                    <a:pt x="1024386" y="75058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8" name="Freeform 58"/>
            <p:cNvSpPr/>
            <p:nvPr/>
          </p:nvSpPr>
          <p:spPr>
            <a:xfrm>
              <a:off x="8398920" y="2614859"/>
              <a:ext cx="704352" cy="354474"/>
            </a:xfrm>
            <a:custGeom>
              <a:avLst/>
              <a:gdLst/>
              <a:ahLst/>
              <a:cxnLst/>
              <a:rect l="l" t="t" r="r" b="b"/>
              <a:pathLst>
                <a:path w="704352" h="354474">
                  <a:moveTo>
                    <a:pt x="674175" y="354475"/>
                  </a:moveTo>
                  <a:lnTo>
                    <a:pt x="30178" y="354475"/>
                  </a:lnTo>
                  <a:cubicBezTo>
                    <a:pt x="13523" y="354475"/>
                    <a:pt x="0" y="340951"/>
                    <a:pt x="0" y="324297"/>
                  </a:cubicBezTo>
                  <a:lnTo>
                    <a:pt x="0" y="30178"/>
                  </a:lnTo>
                  <a:cubicBezTo>
                    <a:pt x="0" y="13524"/>
                    <a:pt x="13523" y="0"/>
                    <a:pt x="30178" y="0"/>
                  </a:cubicBezTo>
                  <a:lnTo>
                    <a:pt x="674175" y="0"/>
                  </a:lnTo>
                  <a:cubicBezTo>
                    <a:pt x="690830" y="0"/>
                    <a:pt x="704353" y="13524"/>
                    <a:pt x="704353" y="30178"/>
                  </a:cubicBezTo>
                  <a:lnTo>
                    <a:pt x="704353" y="324297"/>
                  </a:lnTo>
                  <a:cubicBezTo>
                    <a:pt x="704353" y="340951"/>
                    <a:pt x="690830" y="354475"/>
                    <a:pt x="674175" y="35447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9" name="Freeform 59"/>
            <p:cNvSpPr/>
            <p:nvPr/>
          </p:nvSpPr>
          <p:spPr>
            <a:xfrm>
              <a:off x="8398920" y="3010971"/>
              <a:ext cx="704352" cy="354474"/>
            </a:xfrm>
            <a:custGeom>
              <a:avLst/>
              <a:gdLst/>
              <a:ahLst/>
              <a:cxnLst/>
              <a:rect l="l" t="t" r="r" b="b"/>
              <a:pathLst>
                <a:path w="704352" h="354474">
                  <a:moveTo>
                    <a:pt x="674175" y="354475"/>
                  </a:moveTo>
                  <a:lnTo>
                    <a:pt x="30178" y="354475"/>
                  </a:lnTo>
                  <a:cubicBezTo>
                    <a:pt x="13523" y="354475"/>
                    <a:pt x="0" y="340951"/>
                    <a:pt x="0" y="324297"/>
                  </a:cubicBezTo>
                  <a:lnTo>
                    <a:pt x="0" y="30178"/>
                  </a:lnTo>
                  <a:cubicBezTo>
                    <a:pt x="0" y="13523"/>
                    <a:pt x="13523" y="0"/>
                    <a:pt x="30178" y="0"/>
                  </a:cubicBezTo>
                  <a:lnTo>
                    <a:pt x="674175" y="0"/>
                  </a:lnTo>
                  <a:cubicBezTo>
                    <a:pt x="690830" y="0"/>
                    <a:pt x="704353" y="13523"/>
                    <a:pt x="704353" y="30178"/>
                  </a:cubicBezTo>
                  <a:lnTo>
                    <a:pt x="704353" y="324297"/>
                  </a:lnTo>
                  <a:cubicBezTo>
                    <a:pt x="704353" y="341018"/>
                    <a:pt x="690830" y="354475"/>
                    <a:pt x="674175" y="35447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0" name="Freeform 60"/>
            <p:cNvSpPr/>
            <p:nvPr/>
          </p:nvSpPr>
          <p:spPr>
            <a:xfrm>
              <a:off x="7780238" y="2919249"/>
              <a:ext cx="164962" cy="183377"/>
            </a:xfrm>
            <a:custGeom>
              <a:avLst/>
              <a:gdLst/>
              <a:ahLst/>
              <a:cxnLst/>
              <a:rect l="l" t="t" r="r" b="b"/>
              <a:pathLst>
                <a:path w="164962" h="183377">
                  <a:moveTo>
                    <a:pt x="153421" y="71737"/>
                  </a:moveTo>
                  <a:lnTo>
                    <a:pt x="34641" y="3120"/>
                  </a:lnTo>
                  <a:cubicBezTo>
                    <a:pt x="19253" y="-5740"/>
                    <a:pt x="0" y="5318"/>
                    <a:pt x="0" y="23105"/>
                  </a:cubicBezTo>
                  <a:lnTo>
                    <a:pt x="0" y="160272"/>
                  </a:lnTo>
                  <a:cubicBezTo>
                    <a:pt x="0" y="178059"/>
                    <a:pt x="19253" y="189118"/>
                    <a:pt x="34641" y="180257"/>
                  </a:cubicBezTo>
                  <a:lnTo>
                    <a:pt x="153421" y="111641"/>
                  </a:lnTo>
                  <a:cubicBezTo>
                    <a:pt x="168810" y="102847"/>
                    <a:pt x="168810" y="80663"/>
                    <a:pt x="153421" y="71737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1" name="Freeform 61"/>
            <p:cNvSpPr/>
            <p:nvPr/>
          </p:nvSpPr>
          <p:spPr>
            <a:xfrm>
              <a:off x="7315977" y="3407215"/>
              <a:ext cx="1787230" cy="149890"/>
            </a:xfrm>
            <a:custGeom>
              <a:avLst/>
              <a:gdLst/>
              <a:ahLst/>
              <a:cxnLst/>
              <a:rect l="l" t="t" r="r" b="b"/>
              <a:pathLst>
                <a:path w="1787230" h="149890">
                  <a:moveTo>
                    <a:pt x="1758584" y="149891"/>
                  </a:moveTo>
                  <a:lnTo>
                    <a:pt x="28646" y="149891"/>
                  </a:lnTo>
                  <a:cubicBezTo>
                    <a:pt x="12791" y="149891"/>
                    <a:pt x="0" y="137033"/>
                    <a:pt x="0" y="121245"/>
                  </a:cubicBezTo>
                  <a:lnTo>
                    <a:pt x="0" y="28646"/>
                  </a:lnTo>
                  <a:cubicBezTo>
                    <a:pt x="0" y="12791"/>
                    <a:pt x="12857" y="0"/>
                    <a:pt x="28646" y="0"/>
                  </a:cubicBezTo>
                  <a:lnTo>
                    <a:pt x="1758584" y="0"/>
                  </a:lnTo>
                  <a:cubicBezTo>
                    <a:pt x="1774439" y="0"/>
                    <a:pt x="1787230" y="12857"/>
                    <a:pt x="1787230" y="28646"/>
                  </a:cubicBezTo>
                  <a:lnTo>
                    <a:pt x="1787230" y="121245"/>
                  </a:lnTo>
                  <a:cubicBezTo>
                    <a:pt x="1787297" y="137033"/>
                    <a:pt x="1774439" y="149891"/>
                    <a:pt x="1758584" y="149891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>
            <a:off x="4960166" y="2424840"/>
            <a:ext cx="425277" cy="172582"/>
          </a:xfrm>
          <a:custGeom>
            <a:avLst/>
            <a:gdLst/>
            <a:ahLst/>
            <a:cxnLst/>
            <a:rect l="l" t="t" r="r" b="b"/>
            <a:pathLst>
              <a:path w="527282" h="213977">
                <a:moveTo>
                  <a:pt x="489643" y="213977"/>
                </a:moveTo>
                <a:lnTo>
                  <a:pt x="37639" y="213977"/>
                </a:lnTo>
                <a:cubicBezTo>
                  <a:pt x="16854" y="213977"/>
                  <a:pt x="0" y="197123"/>
                  <a:pt x="0" y="176338"/>
                </a:cubicBezTo>
                <a:lnTo>
                  <a:pt x="0" y="37639"/>
                </a:lnTo>
                <a:cubicBezTo>
                  <a:pt x="0" y="16854"/>
                  <a:pt x="16854" y="0"/>
                  <a:pt x="37639" y="0"/>
                </a:cubicBezTo>
                <a:lnTo>
                  <a:pt x="489643" y="0"/>
                </a:lnTo>
                <a:cubicBezTo>
                  <a:pt x="510428" y="0"/>
                  <a:pt x="527282" y="16854"/>
                  <a:pt x="527282" y="37639"/>
                </a:cubicBezTo>
                <a:lnTo>
                  <a:pt x="527282" y="176338"/>
                </a:lnTo>
                <a:cubicBezTo>
                  <a:pt x="527282" y="197123"/>
                  <a:pt x="510428" y="213977"/>
                  <a:pt x="489643" y="213977"/>
                </a:cubicBez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3" name="Freeform 63"/>
          <p:cNvSpPr/>
          <p:nvPr/>
        </p:nvSpPr>
        <p:spPr>
          <a:xfrm>
            <a:off x="4281227" y="3911348"/>
            <a:ext cx="346669" cy="474117"/>
          </a:xfrm>
          <a:custGeom>
            <a:avLst/>
            <a:gdLst/>
            <a:ahLst/>
            <a:cxnLst/>
            <a:rect l="l" t="t" r="r" b="b"/>
            <a:pathLst>
              <a:path w="429819" h="587837">
                <a:moveTo>
                  <a:pt x="399975" y="587838"/>
                </a:moveTo>
                <a:lnTo>
                  <a:pt x="29845" y="587838"/>
                </a:lnTo>
                <a:cubicBezTo>
                  <a:pt x="13390" y="587838"/>
                  <a:pt x="0" y="574514"/>
                  <a:pt x="0" y="557993"/>
                </a:cubicBezTo>
                <a:lnTo>
                  <a:pt x="0" y="29845"/>
                </a:lnTo>
                <a:cubicBezTo>
                  <a:pt x="0" y="13390"/>
                  <a:pt x="13324" y="0"/>
                  <a:pt x="29845" y="0"/>
                </a:cubicBezTo>
                <a:lnTo>
                  <a:pt x="399975" y="0"/>
                </a:lnTo>
                <a:cubicBezTo>
                  <a:pt x="416430" y="0"/>
                  <a:pt x="429820" y="13324"/>
                  <a:pt x="429820" y="29845"/>
                </a:cubicBezTo>
                <a:lnTo>
                  <a:pt x="429820" y="557993"/>
                </a:lnTo>
                <a:cubicBezTo>
                  <a:pt x="429753" y="574514"/>
                  <a:pt x="416430" y="587838"/>
                  <a:pt x="399975" y="5878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4" name="Freeform 64"/>
          <p:cNvSpPr/>
          <p:nvPr/>
        </p:nvSpPr>
        <p:spPr>
          <a:xfrm>
            <a:off x="4281226" y="3911399"/>
            <a:ext cx="346669" cy="474064"/>
          </a:xfrm>
          <a:custGeom>
            <a:avLst/>
            <a:gdLst/>
            <a:ahLst/>
            <a:cxnLst/>
            <a:rect l="l" t="t" r="r" b="b"/>
            <a:pathLst>
              <a:path w="429819" h="587771">
                <a:moveTo>
                  <a:pt x="399975" y="0"/>
                </a:moveTo>
                <a:lnTo>
                  <a:pt x="370730" y="0"/>
                </a:lnTo>
                <a:lnTo>
                  <a:pt x="370730" y="152755"/>
                </a:lnTo>
                <a:cubicBezTo>
                  <a:pt x="370730" y="353875"/>
                  <a:pt x="207715" y="516890"/>
                  <a:pt x="6595" y="516890"/>
                </a:cubicBezTo>
                <a:lnTo>
                  <a:pt x="0" y="516890"/>
                </a:lnTo>
                <a:lnTo>
                  <a:pt x="0" y="557926"/>
                </a:lnTo>
                <a:cubicBezTo>
                  <a:pt x="0" y="574381"/>
                  <a:pt x="13324" y="587771"/>
                  <a:pt x="29845" y="587771"/>
                </a:cubicBezTo>
                <a:lnTo>
                  <a:pt x="399975" y="587771"/>
                </a:lnTo>
                <a:cubicBezTo>
                  <a:pt x="416430" y="587771"/>
                  <a:pt x="429820" y="574448"/>
                  <a:pt x="429820" y="557926"/>
                </a:cubicBezTo>
                <a:lnTo>
                  <a:pt x="429820" y="29778"/>
                </a:lnTo>
                <a:cubicBezTo>
                  <a:pt x="429753" y="13390"/>
                  <a:pt x="416430" y="0"/>
                  <a:pt x="399975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5" name="Freeform 65"/>
          <p:cNvSpPr/>
          <p:nvPr/>
        </p:nvSpPr>
        <p:spPr>
          <a:xfrm>
            <a:off x="4924218" y="2454551"/>
            <a:ext cx="395295" cy="37556"/>
          </a:xfrm>
          <a:custGeom>
            <a:avLst/>
            <a:gdLst/>
            <a:ahLst/>
            <a:cxnLst/>
            <a:rect l="l" t="t" r="r" b="b"/>
            <a:pathLst>
              <a:path w="490109" h="46565">
                <a:moveTo>
                  <a:pt x="482715" y="46566"/>
                </a:moveTo>
                <a:lnTo>
                  <a:pt x="7395" y="46566"/>
                </a:lnTo>
                <a:cubicBezTo>
                  <a:pt x="3331" y="46566"/>
                  <a:pt x="0" y="43235"/>
                  <a:pt x="0" y="39171"/>
                </a:cubicBezTo>
                <a:lnTo>
                  <a:pt x="0" y="7395"/>
                </a:lnTo>
                <a:cubicBezTo>
                  <a:pt x="0" y="3331"/>
                  <a:pt x="3331" y="0"/>
                  <a:pt x="7395" y="0"/>
                </a:cubicBezTo>
                <a:lnTo>
                  <a:pt x="482715" y="0"/>
                </a:lnTo>
                <a:cubicBezTo>
                  <a:pt x="486778" y="0"/>
                  <a:pt x="490109" y="3331"/>
                  <a:pt x="490109" y="7395"/>
                </a:cubicBezTo>
                <a:lnTo>
                  <a:pt x="490109" y="39171"/>
                </a:lnTo>
                <a:cubicBezTo>
                  <a:pt x="490109" y="43302"/>
                  <a:pt x="486778" y="46566"/>
                  <a:pt x="482715" y="46566"/>
                </a:cubicBezTo>
                <a:close/>
              </a:path>
            </a:pathLst>
          </a:custGeom>
          <a:solidFill>
            <a:srgbClr val="ADD3D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6" name="Freeform 66"/>
          <p:cNvSpPr/>
          <p:nvPr/>
        </p:nvSpPr>
        <p:spPr>
          <a:xfrm>
            <a:off x="4924218" y="2514139"/>
            <a:ext cx="241463" cy="37556"/>
          </a:xfrm>
          <a:custGeom>
            <a:avLst/>
            <a:gdLst/>
            <a:ahLst/>
            <a:cxnLst/>
            <a:rect l="l" t="t" r="r" b="b"/>
            <a:pathLst>
              <a:path w="299381" h="46565">
                <a:moveTo>
                  <a:pt x="291987" y="46566"/>
                </a:moveTo>
                <a:lnTo>
                  <a:pt x="7395" y="46566"/>
                </a:lnTo>
                <a:cubicBezTo>
                  <a:pt x="3331" y="46566"/>
                  <a:pt x="0" y="43235"/>
                  <a:pt x="0" y="39171"/>
                </a:cubicBezTo>
                <a:lnTo>
                  <a:pt x="0" y="7395"/>
                </a:lnTo>
                <a:cubicBezTo>
                  <a:pt x="0" y="3331"/>
                  <a:pt x="3331" y="0"/>
                  <a:pt x="7395" y="0"/>
                </a:cubicBezTo>
                <a:lnTo>
                  <a:pt x="291987" y="0"/>
                </a:lnTo>
                <a:cubicBezTo>
                  <a:pt x="296051" y="0"/>
                  <a:pt x="299382" y="3331"/>
                  <a:pt x="299382" y="7395"/>
                </a:cubicBezTo>
                <a:lnTo>
                  <a:pt x="299382" y="39171"/>
                </a:lnTo>
                <a:cubicBezTo>
                  <a:pt x="299382" y="43235"/>
                  <a:pt x="296051" y="46566"/>
                  <a:pt x="291987" y="46566"/>
                </a:cubicBezTo>
                <a:close/>
              </a:path>
            </a:pathLst>
          </a:custGeom>
          <a:solidFill>
            <a:srgbClr val="ADD3D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7" name="Freeform 67"/>
          <p:cNvSpPr/>
          <p:nvPr/>
        </p:nvSpPr>
        <p:spPr>
          <a:xfrm>
            <a:off x="5247461" y="2880688"/>
            <a:ext cx="144104" cy="144104"/>
          </a:xfrm>
          <a:custGeom>
            <a:avLst/>
            <a:gdLst/>
            <a:ahLst/>
            <a:cxnLst/>
            <a:rect l="l" t="t" r="r" b="b"/>
            <a:pathLst>
              <a:path w="178669" h="178669">
                <a:moveTo>
                  <a:pt x="178670" y="89335"/>
                </a:moveTo>
                <a:cubicBezTo>
                  <a:pt x="178670" y="138673"/>
                  <a:pt x="138673" y="178670"/>
                  <a:pt x="89335" y="178670"/>
                </a:cubicBezTo>
                <a:cubicBezTo>
                  <a:pt x="39997" y="178670"/>
                  <a:pt x="0" y="138673"/>
                  <a:pt x="0" y="89335"/>
                </a:cubicBezTo>
                <a:cubicBezTo>
                  <a:pt x="0" y="39997"/>
                  <a:pt x="39997" y="0"/>
                  <a:pt x="89335" y="0"/>
                </a:cubicBezTo>
                <a:cubicBezTo>
                  <a:pt x="138673" y="0"/>
                  <a:pt x="178670" y="39997"/>
                  <a:pt x="178670" y="89335"/>
                </a:cubicBezTo>
                <a:close/>
              </a:path>
            </a:pathLst>
          </a:custGeom>
          <a:solidFill>
            <a:srgbClr val="3C914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8" name="Freeform 68"/>
          <p:cNvSpPr/>
          <p:nvPr/>
        </p:nvSpPr>
        <p:spPr>
          <a:xfrm>
            <a:off x="5236446" y="2864999"/>
            <a:ext cx="144104" cy="144104"/>
          </a:xfrm>
          <a:custGeom>
            <a:avLst/>
            <a:gdLst/>
            <a:ahLst/>
            <a:cxnLst/>
            <a:rect l="l" t="t" r="r" b="b"/>
            <a:pathLst>
              <a:path w="178669" h="178669">
                <a:moveTo>
                  <a:pt x="178670" y="89335"/>
                </a:moveTo>
                <a:cubicBezTo>
                  <a:pt x="178670" y="138673"/>
                  <a:pt x="138673" y="178670"/>
                  <a:pt x="89335" y="178670"/>
                </a:cubicBezTo>
                <a:cubicBezTo>
                  <a:pt x="39997" y="178670"/>
                  <a:pt x="0" y="138673"/>
                  <a:pt x="0" y="89335"/>
                </a:cubicBezTo>
                <a:cubicBezTo>
                  <a:pt x="0" y="39997"/>
                  <a:pt x="39997" y="0"/>
                  <a:pt x="89335" y="0"/>
                </a:cubicBezTo>
                <a:cubicBezTo>
                  <a:pt x="138673" y="0"/>
                  <a:pt x="178670" y="39997"/>
                  <a:pt x="178670" y="89335"/>
                </a:cubicBez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9" name="Freeform 69"/>
          <p:cNvSpPr/>
          <p:nvPr/>
        </p:nvSpPr>
        <p:spPr>
          <a:xfrm>
            <a:off x="6889895" y="2303300"/>
            <a:ext cx="1587145" cy="140558"/>
          </a:xfrm>
          <a:custGeom>
            <a:avLst/>
            <a:gdLst/>
            <a:ahLst/>
            <a:cxnLst/>
            <a:rect l="l" t="t" r="r" b="b"/>
            <a:pathLst>
              <a:path w="1967831" h="174272">
                <a:moveTo>
                  <a:pt x="1967832" y="174273"/>
                </a:moveTo>
                <a:lnTo>
                  <a:pt x="0" y="174273"/>
                </a:lnTo>
                <a:lnTo>
                  <a:pt x="0" y="45500"/>
                </a:lnTo>
                <a:cubicBezTo>
                  <a:pt x="0" y="20385"/>
                  <a:pt x="20385" y="0"/>
                  <a:pt x="45500" y="0"/>
                </a:cubicBezTo>
                <a:lnTo>
                  <a:pt x="1922332" y="0"/>
                </a:lnTo>
                <a:cubicBezTo>
                  <a:pt x="1947447" y="0"/>
                  <a:pt x="1967832" y="20385"/>
                  <a:pt x="1967832" y="45500"/>
                </a:cubicBezTo>
                <a:lnTo>
                  <a:pt x="1967832" y="174273"/>
                </a:ln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0" name="Freeform 70"/>
          <p:cNvSpPr/>
          <p:nvPr/>
        </p:nvSpPr>
        <p:spPr>
          <a:xfrm>
            <a:off x="7912816" y="2247903"/>
            <a:ext cx="112618" cy="112620"/>
          </a:xfrm>
          <a:custGeom>
            <a:avLst/>
            <a:gdLst/>
            <a:ahLst/>
            <a:cxnLst/>
            <a:rect l="l" t="t" r="r" b="b"/>
            <a:pathLst>
              <a:path w="139631" h="139631">
                <a:moveTo>
                  <a:pt x="139632" y="69816"/>
                </a:moveTo>
                <a:cubicBezTo>
                  <a:pt x="139632" y="108374"/>
                  <a:pt x="108374" y="139632"/>
                  <a:pt x="69816" y="139632"/>
                </a:cubicBezTo>
                <a:cubicBezTo>
                  <a:pt x="31258" y="139632"/>
                  <a:pt x="0" y="108374"/>
                  <a:pt x="0" y="69816"/>
                </a:cubicBezTo>
                <a:cubicBezTo>
                  <a:pt x="0" y="31258"/>
                  <a:pt x="31258" y="0"/>
                  <a:pt x="69816" y="0"/>
                </a:cubicBezTo>
                <a:cubicBezTo>
                  <a:pt x="108374" y="0"/>
                  <a:pt x="139632" y="31258"/>
                  <a:pt x="139632" y="69816"/>
                </a:cubicBezTo>
                <a:close/>
              </a:path>
            </a:pathLst>
          </a:custGeom>
          <a:solidFill>
            <a:srgbClr val="FFCE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1" name="Freeform 71"/>
          <p:cNvSpPr/>
          <p:nvPr/>
        </p:nvSpPr>
        <p:spPr>
          <a:xfrm>
            <a:off x="8078951" y="2247903"/>
            <a:ext cx="112618" cy="112620"/>
          </a:xfrm>
          <a:custGeom>
            <a:avLst/>
            <a:gdLst/>
            <a:ahLst/>
            <a:cxnLst/>
            <a:rect l="l" t="t" r="r" b="b"/>
            <a:pathLst>
              <a:path w="139631" h="139631">
                <a:moveTo>
                  <a:pt x="139631" y="69816"/>
                </a:moveTo>
                <a:cubicBezTo>
                  <a:pt x="139631" y="108374"/>
                  <a:pt x="108374" y="139632"/>
                  <a:pt x="69816" y="139632"/>
                </a:cubicBezTo>
                <a:cubicBezTo>
                  <a:pt x="31257" y="139632"/>
                  <a:pt x="0" y="108374"/>
                  <a:pt x="0" y="69816"/>
                </a:cubicBezTo>
                <a:cubicBezTo>
                  <a:pt x="0" y="31258"/>
                  <a:pt x="31258" y="0"/>
                  <a:pt x="69816" y="0"/>
                </a:cubicBezTo>
                <a:cubicBezTo>
                  <a:pt x="108374" y="0"/>
                  <a:pt x="139631" y="31258"/>
                  <a:pt x="139631" y="6981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2" name="Freeform 72"/>
          <p:cNvSpPr/>
          <p:nvPr/>
        </p:nvSpPr>
        <p:spPr>
          <a:xfrm>
            <a:off x="8245142" y="2247903"/>
            <a:ext cx="112618" cy="112618"/>
          </a:xfrm>
          <a:custGeom>
            <a:avLst/>
            <a:gdLst/>
            <a:ahLst/>
            <a:cxnLst/>
            <a:rect l="l" t="t" r="r" b="b"/>
            <a:pathLst>
              <a:path w="139631" h="139631">
                <a:moveTo>
                  <a:pt x="139631" y="69816"/>
                </a:moveTo>
                <a:cubicBezTo>
                  <a:pt x="139631" y="108374"/>
                  <a:pt x="108374" y="139632"/>
                  <a:pt x="69816" y="139632"/>
                </a:cubicBezTo>
                <a:cubicBezTo>
                  <a:pt x="31257" y="139632"/>
                  <a:pt x="0" y="108374"/>
                  <a:pt x="0" y="69816"/>
                </a:cubicBezTo>
                <a:cubicBezTo>
                  <a:pt x="0" y="31258"/>
                  <a:pt x="31258" y="0"/>
                  <a:pt x="69816" y="0"/>
                </a:cubicBezTo>
                <a:cubicBezTo>
                  <a:pt x="108374" y="0"/>
                  <a:pt x="139631" y="31258"/>
                  <a:pt x="139631" y="698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3" name="Freeform 73"/>
          <p:cNvSpPr/>
          <p:nvPr/>
        </p:nvSpPr>
        <p:spPr>
          <a:xfrm>
            <a:off x="6214343" y="3602340"/>
            <a:ext cx="217072" cy="171506"/>
          </a:xfrm>
          <a:custGeom>
            <a:avLst/>
            <a:gdLst/>
            <a:ahLst/>
            <a:cxnLst/>
            <a:rect l="l" t="t" r="r" b="b"/>
            <a:pathLst>
              <a:path w="269137" h="212644">
                <a:moveTo>
                  <a:pt x="226835" y="212645"/>
                </a:moveTo>
                <a:lnTo>
                  <a:pt x="42302" y="212645"/>
                </a:lnTo>
                <a:cubicBezTo>
                  <a:pt x="18920" y="212645"/>
                  <a:pt x="0" y="193725"/>
                  <a:pt x="0" y="170342"/>
                </a:cubicBezTo>
                <a:lnTo>
                  <a:pt x="0" y="0"/>
                </a:lnTo>
                <a:lnTo>
                  <a:pt x="269137" y="0"/>
                </a:lnTo>
                <a:lnTo>
                  <a:pt x="269137" y="170342"/>
                </a:lnTo>
                <a:cubicBezTo>
                  <a:pt x="269204" y="193659"/>
                  <a:pt x="250218" y="212645"/>
                  <a:pt x="226835" y="212645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74" name="Group 74"/>
          <p:cNvGrpSpPr/>
          <p:nvPr/>
        </p:nvGrpSpPr>
        <p:grpSpPr>
          <a:xfrm>
            <a:off x="5617538" y="3711572"/>
            <a:ext cx="1057013" cy="650353"/>
            <a:chOff x="5659962" y="3975400"/>
            <a:chExt cx="1310545" cy="806345"/>
          </a:xfrm>
        </p:grpSpPr>
        <p:sp>
          <p:nvSpPr>
            <p:cNvPr id="75" name="Freeform 75"/>
            <p:cNvSpPr/>
            <p:nvPr/>
          </p:nvSpPr>
          <p:spPr>
            <a:xfrm>
              <a:off x="5659962" y="3975400"/>
              <a:ext cx="1310545" cy="741259"/>
            </a:xfrm>
            <a:custGeom>
              <a:avLst/>
              <a:gdLst/>
              <a:ahLst/>
              <a:cxnLst/>
              <a:rect l="l" t="t" r="r" b="b"/>
              <a:pathLst>
                <a:path w="1310545" h="741259">
                  <a:moveTo>
                    <a:pt x="41859" y="0"/>
                  </a:moveTo>
                  <a:cubicBezTo>
                    <a:pt x="1267299" y="0"/>
                    <a:pt x="1267299" y="0"/>
                    <a:pt x="1267299" y="0"/>
                  </a:cubicBezTo>
                  <a:cubicBezTo>
                    <a:pt x="1294079" y="0"/>
                    <a:pt x="1313665" y="23183"/>
                    <a:pt x="1310134" y="49897"/>
                  </a:cubicBezTo>
                  <a:cubicBezTo>
                    <a:pt x="1179895" y="741260"/>
                    <a:pt x="1179895" y="741260"/>
                    <a:pt x="1179895" y="741260"/>
                  </a:cubicBezTo>
                  <a:cubicBezTo>
                    <a:pt x="115005" y="741260"/>
                    <a:pt x="115005" y="741260"/>
                    <a:pt x="115005" y="741260"/>
                  </a:cubicBezTo>
                  <a:cubicBezTo>
                    <a:pt x="822" y="49897"/>
                    <a:pt x="822" y="49897"/>
                    <a:pt x="822" y="49897"/>
                  </a:cubicBezTo>
                  <a:cubicBezTo>
                    <a:pt x="-4508" y="23116"/>
                    <a:pt x="16877" y="0"/>
                    <a:pt x="41859" y="0"/>
                  </a:cubicBezTo>
                  <a:lnTo>
                    <a:pt x="41859" y="0"/>
                  </a:lnTo>
                  <a:close/>
                </a:path>
              </a:pathLst>
            </a:custGeom>
            <a:solidFill>
              <a:srgbClr val="DEF0F4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6" name="Freeform 76"/>
            <p:cNvSpPr/>
            <p:nvPr/>
          </p:nvSpPr>
          <p:spPr>
            <a:xfrm>
              <a:off x="5775233" y="4716660"/>
              <a:ext cx="1066555" cy="65085"/>
            </a:xfrm>
            <a:custGeom>
              <a:avLst/>
              <a:gdLst/>
              <a:ahLst/>
              <a:cxnLst/>
              <a:rect l="l" t="t" r="r" b="b"/>
              <a:pathLst>
                <a:path w="1066555" h="65085">
                  <a:moveTo>
                    <a:pt x="1023787" y="65086"/>
                  </a:moveTo>
                  <a:cubicBezTo>
                    <a:pt x="42835" y="65086"/>
                    <a:pt x="42835" y="65086"/>
                    <a:pt x="42835" y="65086"/>
                  </a:cubicBezTo>
                  <a:cubicBezTo>
                    <a:pt x="17854" y="65086"/>
                    <a:pt x="0" y="47032"/>
                    <a:pt x="0" y="217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66556" y="0"/>
                    <a:pt x="1066556" y="0"/>
                    <a:pt x="1066556" y="0"/>
                  </a:cubicBezTo>
                  <a:cubicBezTo>
                    <a:pt x="1066556" y="21717"/>
                    <a:pt x="1066556" y="21717"/>
                    <a:pt x="1066556" y="21717"/>
                  </a:cubicBezTo>
                  <a:cubicBezTo>
                    <a:pt x="1066622" y="46966"/>
                    <a:pt x="1046970" y="65086"/>
                    <a:pt x="1023787" y="65086"/>
                  </a:cubicBezTo>
                  <a:lnTo>
                    <a:pt x="1023787" y="65086"/>
                  </a:lnTo>
                  <a:close/>
                </a:path>
              </a:pathLst>
            </a:custGeom>
            <a:solidFill>
              <a:srgbClr val="ADD3DB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77" name="Freeform 77"/>
          <p:cNvSpPr/>
          <p:nvPr/>
        </p:nvSpPr>
        <p:spPr>
          <a:xfrm>
            <a:off x="6063338" y="3937442"/>
            <a:ext cx="165381" cy="165381"/>
          </a:xfrm>
          <a:custGeom>
            <a:avLst/>
            <a:gdLst/>
            <a:ahLst/>
            <a:cxnLst/>
            <a:rect l="l" t="t" r="r" b="b"/>
            <a:pathLst>
              <a:path w="205050" h="205050">
                <a:moveTo>
                  <a:pt x="205050" y="102525"/>
                </a:moveTo>
                <a:cubicBezTo>
                  <a:pt x="205050" y="159148"/>
                  <a:pt x="159148" y="205051"/>
                  <a:pt x="102525" y="205051"/>
                </a:cubicBezTo>
                <a:cubicBezTo>
                  <a:pt x="45902" y="205051"/>
                  <a:pt x="0" y="159148"/>
                  <a:pt x="0" y="102525"/>
                </a:cubicBezTo>
                <a:cubicBezTo>
                  <a:pt x="0" y="45902"/>
                  <a:pt x="45902" y="0"/>
                  <a:pt x="102525" y="0"/>
                </a:cubicBezTo>
                <a:cubicBezTo>
                  <a:pt x="159148" y="0"/>
                  <a:pt x="205050" y="45902"/>
                  <a:pt x="205050" y="102525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8" name="TextBox 7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Training and Tuning</a:t>
            </a:r>
            <a:endParaRPr lang="en-US" sz="110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2" y="2687736"/>
            <a:ext cx="10858498" cy="1018540"/>
          </a:xfrm>
        </p:spPr>
        <p:txBody>
          <a:bodyPr vert="horz" lIns="91440" tIns="45720" rIns="91440" b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Model 2: RUL Prediction with LSTM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30672" y="1579740"/>
            <a:ext cx="1330656" cy="110799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sz="6600" b="0" i="0" u="none" baseline="0">
                <a:solidFill>
                  <a:srgbClr val="000000"/>
                </a:solidFill>
                <a:latin typeface="Arial"/>
                <a:ea typeface="Arial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50528" y="3660386"/>
            <a:ext cx="2481074" cy="454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LSTM for Time-Series Analysis</a:t>
            </a:r>
          </a:p>
        </p:txBody>
      </p:sp>
      <p:sp>
        <p:nvSpPr>
          <p:cNvPr id="3" name="AutoShape 3"/>
          <p:cNvSpPr/>
          <p:nvPr/>
        </p:nvSpPr>
        <p:spPr>
          <a:xfrm>
            <a:off x="9050528" y="4298571"/>
            <a:ext cx="2468372" cy="1346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Ideal for learning patterns in time-series data; provides reliable and precise outcomes.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9050528" y="3551932"/>
            <a:ext cx="2344400" cy="0"/>
          </a:xfrm>
          <a:prstGeom prst="straightConnector1">
            <a:avLst/>
          </a:prstGeom>
          <a:ln w="25400">
            <a:solidFill>
              <a:schemeClr val="accent2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9050528" y="2289621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3660386"/>
            <a:ext cx="2481074" cy="3808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Regression Analysis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" y="4298571"/>
            <a:ext cx="2468372" cy="1346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How many cycles until failure is the query solved via regression; delivers continuous values.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660400" y="3551932"/>
            <a:ext cx="2344400" cy="0"/>
          </a:xfrm>
          <a:prstGeom prst="straightConnector1">
            <a:avLst/>
          </a:prstGeom>
          <a:ln w="25400">
            <a:solidFill>
              <a:schemeClr val="accent1"/>
            </a:solidFill>
          </a:ln>
        </p:spPr>
      </p:cxnSp>
      <p:sp>
        <p:nvSpPr>
          <p:cNvPr id="9" name="TextBox 9"/>
          <p:cNvSpPr txBox="1"/>
          <p:nvPr/>
        </p:nvSpPr>
        <p:spPr>
          <a:xfrm>
            <a:off x="660400" y="2289621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5028241" y="2780803"/>
            <a:ext cx="3445843" cy="2030152"/>
          </a:xfrm>
          <a:custGeom>
            <a:avLst/>
            <a:gdLst/>
            <a:ahLst/>
            <a:cxnLst/>
            <a:rect l="l" t="t" r="r" b="b"/>
            <a:pathLst>
              <a:path w="4272351" h="2517097">
                <a:moveTo>
                  <a:pt x="4272352" y="2517098"/>
                </a:moveTo>
                <a:lnTo>
                  <a:pt x="0" y="2517098"/>
                </a:lnTo>
                <a:lnTo>
                  <a:pt x="0" y="2136176"/>
                </a:lnTo>
                <a:cubicBezTo>
                  <a:pt x="0" y="956369"/>
                  <a:pt x="956436" y="0"/>
                  <a:pt x="2136176" y="0"/>
                </a:cubicBezTo>
                <a:lnTo>
                  <a:pt x="2136176" y="0"/>
                </a:lnTo>
                <a:cubicBezTo>
                  <a:pt x="3315982" y="0"/>
                  <a:pt x="4272352" y="956436"/>
                  <a:pt x="4272352" y="2136176"/>
                </a:cubicBezTo>
                <a:lnTo>
                  <a:pt x="4272352" y="2517098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6667181" y="3582087"/>
            <a:ext cx="89616" cy="91127"/>
          </a:xfrm>
          <a:custGeom>
            <a:avLst/>
            <a:gdLst/>
            <a:ahLst/>
            <a:cxnLst/>
            <a:rect l="l" t="t" r="r" b="b"/>
            <a:pathLst>
              <a:path w="111110" h="112984">
                <a:moveTo>
                  <a:pt x="107055" y="11392"/>
                </a:moveTo>
                <a:cubicBezTo>
                  <a:pt x="107055" y="11392"/>
                  <a:pt x="134369" y="88602"/>
                  <a:pt x="47232" y="112984"/>
                </a:cubicBezTo>
                <a:lnTo>
                  <a:pt x="0" y="0"/>
                </a:lnTo>
                <a:lnTo>
                  <a:pt x="107055" y="11392"/>
                </a:lnTo>
                <a:close/>
              </a:path>
            </a:pathLst>
          </a:custGeom>
          <a:solidFill>
            <a:srgbClr val="D1383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560279" y="3591275"/>
            <a:ext cx="118207" cy="91449"/>
          </a:xfrm>
          <a:custGeom>
            <a:avLst/>
            <a:gdLst/>
            <a:ahLst/>
            <a:cxnLst/>
            <a:rect l="l" t="t" r="r" b="b"/>
            <a:pathLst>
              <a:path w="146560" h="113383">
                <a:moveTo>
                  <a:pt x="467" y="0"/>
                </a:moveTo>
                <a:cubicBezTo>
                  <a:pt x="467" y="0"/>
                  <a:pt x="-14455" y="89801"/>
                  <a:pt x="124377" y="113384"/>
                </a:cubicBezTo>
                <a:lnTo>
                  <a:pt x="146561" y="13723"/>
                </a:lnTo>
                <a:lnTo>
                  <a:pt x="467" y="0"/>
                </a:lnTo>
                <a:close/>
              </a:path>
            </a:pathLst>
          </a:custGeom>
          <a:solidFill>
            <a:srgbClr val="D1383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5045005" y="2478462"/>
            <a:ext cx="382938" cy="612259"/>
          </a:xfrm>
          <a:custGeom>
            <a:avLst/>
            <a:gdLst/>
            <a:ahLst/>
            <a:cxnLst/>
            <a:rect l="l" t="t" r="r" b="b"/>
            <a:pathLst>
              <a:path w="474787" h="759113">
                <a:moveTo>
                  <a:pt x="431819" y="759113"/>
                </a:moveTo>
                <a:lnTo>
                  <a:pt x="42969" y="759113"/>
                </a:lnTo>
                <a:cubicBezTo>
                  <a:pt x="19253" y="759113"/>
                  <a:pt x="0" y="739860"/>
                  <a:pt x="0" y="716144"/>
                </a:cubicBezTo>
                <a:lnTo>
                  <a:pt x="0" y="42969"/>
                </a:lnTo>
                <a:cubicBezTo>
                  <a:pt x="0" y="19253"/>
                  <a:pt x="19253" y="0"/>
                  <a:pt x="42969" y="0"/>
                </a:cubicBezTo>
                <a:lnTo>
                  <a:pt x="431819" y="0"/>
                </a:lnTo>
                <a:cubicBezTo>
                  <a:pt x="455535" y="0"/>
                  <a:pt x="474787" y="19253"/>
                  <a:pt x="474787" y="42969"/>
                </a:cubicBezTo>
                <a:lnTo>
                  <a:pt x="474787" y="716144"/>
                </a:lnTo>
                <a:cubicBezTo>
                  <a:pt x="474787" y="739860"/>
                  <a:pt x="455535" y="759113"/>
                  <a:pt x="431819" y="75911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044950" y="2478409"/>
            <a:ext cx="360156" cy="148779"/>
          </a:xfrm>
          <a:custGeom>
            <a:avLst/>
            <a:gdLst/>
            <a:ahLst/>
            <a:cxnLst/>
            <a:rect l="l" t="t" r="r" b="b"/>
            <a:pathLst>
              <a:path w="446541" h="184465">
                <a:moveTo>
                  <a:pt x="42969" y="67"/>
                </a:moveTo>
                <a:cubicBezTo>
                  <a:pt x="19253" y="67"/>
                  <a:pt x="0" y="19319"/>
                  <a:pt x="0" y="43035"/>
                </a:cubicBezTo>
                <a:lnTo>
                  <a:pt x="0" y="184466"/>
                </a:lnTo>
                <a:lnTo>
                  <a:pt x="381988" y="184466"/>
                </a:lnTo>
                <a:cubicBezTo>
                  <a:pt x="417629" y="184466"/>
                  <a:pt x="446541" y="155553"/>
                  <a:pt x="446541" y="119913"/>
                </a:cubicBezTo>
                <a:lnTo>
                  <a:pt x="446541" y="8127"/>
                </a:lnTo>
                <a:cubicBezTo>
                  <a:pt x="446541" y="6196"/>
                  <a:pt x="446341" y="4330"/>
                  <a:pt x="446075" y="2465"/>
                </a:cubicBezTo>
                <a:cubicBezTo>
                  <a:pt x="441611" y="933"/>
                  <a:pt x="436881" y="0"/>
                  <a:pt x="431885" y="0"/>
                </a:cubicBezTo>
                <a:lnTo>
                  <a:pt x="42969" y="0"/>
                </a:lnTo>
                <a:close/>
              </a:path>
            </a:pathLst>
          </a:custGeom>
          <a:solidFill>
            <a:srgbClr val="3C914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4287825" y="3753745"/>
            <a:ext cx="138750" cy="545759"/>
          </a:xfrm>
          <a:custGeom>
            <a:avLst/>
            <a:gdLst/>
            <a:ahLst/>
            <a:cxnLst/>
            <a:rect l="l" t="t" r="r" b="b"/>
            <a:pathLst>
              <a:path w="172031" h="676664">
                <a:moveTo>
                  <a:pt x="159296" y="669191"/>
                </a:moveTo>
                <a:lnTo>
                  <a:pt x="107467" y="676519"/>
                </a:lnTo>
                <a:cubicBezTo>
                  <a:pt x="99407" y="677651"/>
                  <a:pt x="91879" y="672056"/>
                  <a:pt x="90746" y="663928"/>
                </a:cubicBezTo>
                <a:lnTo>
                  <a:pt x="146" y="24195"/>
                </a:lnTo>
                <a:cubicBezTo>
                  <a:pt x="-987" y="16134"/>
                  <a:pt x="4609" y="8606"/>
                  <a:pt x="12736" y="7473"/>
                </a:cubicBezTo>
                <a:lnTo>
                  <a:pt x="64565" y="146"/>
                </a:lnTo>
                <a:cubicBezTo>
                  <a:pt x="72626" y="-987"/>
                  <a:pt x="80154" y="4609"/>
                  <a:pt x="81286" y="12736"/>
                </a:cubicBezTo>
                <a:lnTo>
                  <a:pt x="171887" y="652470"/>
                </a:lnTo>
                <a:cubicBezTo>
                  <a:pt x="173020" y="660597"/>
                  <a:pt x="167357" y="668058"/>
                  <a:pt x="159296" y="669191"/>
                </a:cubicBezTo>
                <a:close/>
              </a:path>
            </a:pathLst>
          </a:custGeom>
          <a:solidFill>
            <a:srgbClr val="FFCE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4398763" y="3830941"/>
            <a:ext cx="199767" cy="462314"/>
          </a:xfrm>
          <a:custGeom>
            <a:avLst/>
            <a:gdLst/>
            <a:ahLst/>
            <a:cxnLst/>
            <a:rect l="l" t="t" r="r" b="b"/>
            <a:pathLst>
              <a:path w="247683" h="573204">
                <a:moveTo>
                  <a:pt x="60188" y="572481"/>
                </a:moveTo>
                <a:lnTo>
                  <a:pt x="10291" y="556560"/>
                </a:lnTo>
                <a:cubicBezTo>
                  <a:pt x="2497" y="554095"/>
                  <a:pt x="-1767" y="545768"/>
                  <a:pt x="698" y="537973"/>
                </a:cubicBezTo>
                <a:lnTo>
                  <a:pt x="168909" y="10291"/>
                </a:lnTo>
                <a:cubicBezTo>
                  <a:pt x="171374" y="2497"/>
                  <a:pt x="179701" y="-1767"/>
                  <a:pt x="187495" y="698"/>
                </a:cubicBezTo>
                <a:lnTo>
                  <a:pt x="237392" y="16620"/>
                </a:lnTo>
                <a:cubicBezTo>
                  <a:pt x="245187" y="19085"/>
                  <a:pt x="249450" y="27412"/>
                  <a:pt x="246985" y="35206"/>
                </a:cubicBezTo>
                <a:lnTo>
                  <a:pt x="78775" y="562888"/>
                </a:lnTo>
                <a:cubicBezTo>
                  <a:pt x="76310" y="570683"/>
                  <a:pt x="67983" y="575013"/>
                  <a:pt x="60188" y="572481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6794363" y="2403992"/>
            <a:ext cx="1583060" cy="1440138"/>
          </a:xfrm>
          <a:custGeom>
            <a:avLst/>
            <a:gdLst/>
            <a:ahLst/>
            <a:cxnLst/>
            <a:rect l="l" t="t" r="r" b="b"/>
            <a:pathLst>
              <a:path w="1962768" h="1785564">
                <a:moveTo>
                  <a:pt x="1916469" y="1785565"/>
                </a:moveTo>
                <a:lnTo>
                  <a:pt x="46300" y="1785565"/>
                </a:lnTo>
                <a:cubicBezTo>
                  <a:pt x="20718" y="1785565"/>
                  <a:pt x="0" y="1764846"/>
                  <a:pt x="0" y="1739265"/>
                </a:cubicBezTo>
                <a:lnTo>
                  <a:pt x="0" y="46300"/>
                </a:lnTo>
                <a:cubicBezTo>
                  <a:pt x="0" y="20718"/>
                  <a:pt x="20718" y="0"/>
                  <a:pt x="46300" y="0"/>
                </a:cubicBezTo>
                <a:lnTo>
                  <a:pt x="1916469" y="0"/>
                </a:lnTo>
                <a:cubicBezTo>
                  <a:pt x="1942051" y="0"/>
                  <a:pt x="1962769" y="20718"/>
                  <a:pt x="1962769" y="46300"/>
                </a:cubicBezTo>
                <a:lnTo>
                  <a:pt x="1962769" y="1739265"/>
                </a:lnTo>
                <a:cubicBezTo>
                  <a:pt x="1962769" y="1764846"/>
                  <a:pt x="1942051" y="1785565"/>
                  <a:pt x="1916469" y="178556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3736291" y="4576692"/>
            <a:ext cx="1184703" cy="191172"/>
          </a:xfrm>
          <a:custGeom>
            <a:avLst/>
            <a:gdLst/>
            <a:ahLst/>
            <a:cxnLst/>
            <a:rect l="l" t="t" r="r" b="b"/>
            <a:pathLst>
              <a:path w="1468862" h="237026">
                <a:moveTo>
                  <a:pt x="1468862" y="237027"/>
                </a:moveTo>
                <a:lnTo>
                  <a:pt x="118514" y="237027"/>
                </a:lnTo>
                <a:cubicBezTo>
                  <a:pt x="53028" y="237027"/>
                  <a:pt x="0" y="183932"/>
                  <a:pt x="0" y="118513"/>
                </a:cubicBezTo>
                <a:lnTo>
                  <a:pt x="0" y="118513"/>
                </a:lnTo>
                <a:cubicBezTo>
                  <a:pt x="0" y="53028"/>
                  <a:pt x="53095" y="0"/>
                  <a:pt x="118514" y="0"/>
                </a:cubicBezTo>
                <a:lnTo>
                  <a:pt x="1468862" y="0"/>
                </a:lnTo>
                <a:lnTo>
                  <a:pt x="1468862" y="237027"/>
                </a:lnTo>
                <a:close/>
              </a:path>
            </a:pathLst>
          </a:custGeom>
          <a:solidFill>
            <a:srgbClr val="30355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4153616" y="4588030"/>
            <a:ext cx="758997" cy="168499"/>
          </a:xfrm>
          <a:custGeom>
            <a:avLst/>
            <a:gdLst/>
            <a:ahLst/>
            <a:cxnLst/>
            <a:rect l="l" t="t" r="r" b="b"/>
            <a:pathLst>
              <a:path w="941047" h="208914">
                <a:moveTo>
                  <a:pt x="941047" y="208914"/>
                </a:moveTo>
                <a:lnTo>
                  <a:pt x="104457" y="208914"/>
                </a:lnTo>
                <a:cubicBezTo>
                  <a:pt x="46766" y="208914"/>
                  <a:pt x="0" y="162148"/>
                  <a:pt x="0" y="104457"/>
                </a:cubicBezTo>
                <a:lnTo>
                  <a:pt x="0" y="104457"/>
                </a:lnTo>
                <a:cubicBezTo>
                  <a:pt x="0" y="46766"/>
                  <a:pt x="46766" y="0"/>
                  <a:pt x="104457" y="0"/>
                </a:cubicBezTo>
                <a:lnTo>
                  <a:pt x="941047" y="0"/>
                </a:lnTo>
                <a:lnTo>
                  <a:pt x="941047" y="208914"/>
                </a:ln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4020526" y="4385518"/>
            <a:ext cx="1023511" cy="191174"/>
          </a:xfrm>
          <a:custGeom>
            <a:avLst/>
            <a:gdLst/>
            <a:ahLst/>
            <a:cxnLst/>
            <a:rect l="l" t="t" r="r" b="b"/>
            <a:pathLst>
              <a:path w="1269007" h="237027">
                <a:moveTo>
                  <a:pt x="1269008" y="237027"/>
                </a:moveTo>
                <a:lnTo>
                  <a:pt x="118514" y="237027"/>
                </a:lnTo>
                <a:cubicBezTo>
                  <a:pt x="53028" y="237027"/>
                  <a:pt x="0" y="183932"/>
                  <a:pt x="0" y="118513"/>
                </a:cubicBezTo>
                <a:lnTo>
                  <a:pt x="0" y="118513"/>
                </a:lnTo>
                <a:cubicBezTo>
                  <a:pt x="0" y="53028"/>
                  <a:pt x="53095" y="0"/>
                  <a:pt x="118514" y="0"/>
                </a:cubicBezTo>
                <a:lnTo>
                  <a:pt x="1269008" y="0"/>
                </a:lnTo>
                <a:lnTo>
                  <a:pt x="1269008" y="237027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4437850" y="4396855"/>
            <a:ext cx="597804" cy="168499"/>
          </a:xfrm>
          <a:custGeom>
            <a:avLst/>
            <a:gdLst/>
            <a:ahLst/>
            <a:cxnLst/>
            <a:rect l="l" t="t" r="r" b="b"/>
            <a:pathLst>
              <a:path w="741192" h="208914">
                <a:moveTo>
                  <a:pt x="741193" y="208914"/>
                </a:moveTo>
                <a:lnTo>
                  <a:pt x="104457" y="208914"/>
                </a:lnTo>
                <a:cubicBezTo>
                  <a:pt x="46766" y="208914"/>
                  <a:pt x="0" y="162149"/>
                  <a:pt x="0" y="104457"/>
                </a:cubicBezTo>
                <a:lnTo>
                  <a:pt x="0" y="104457"/>
                </a:lnTo>
                <a:cubicBezTo>
                  <a:pt x="0" y="46766"/>
                  <a:pt x="46766" y="0"/>
                  <a:pt x="104457" y="0"/>
                </a:cubicBezTo>
                <a:lnTo>
                  <a:pt x="741193" y="0"/>
                </a:lnTo>
                <a:lnTo>
                  <a:pt x="741193" y="208914"/>
                </a:ln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5850364" y="2708053"/>
            <a:ext cx="599954" cy="617420"/>
          </a:xfrm>
          <a:custGeom>
            <a:avLst/>
            <a:gdLst/>
            <a:ahLst/>
            <a:cxnLst/>
            <a:rect l="l" t="t" r="r" b="b"/>
            <a:pathLst>
              <a:path w="743857" h="765511">
                <a:moveTo>
                  <a:pt x="343291" y="0"/>
                </a:moveTo>
                <a:cubicBezTo>
                  <a:pt x="343291" y="0"/>
                  <a:pt x="26189" y="128040"/>
                  <a:pt x="147367" y="368798"/>
                </a:cubicBezTo>
                <a:cubicBezTo>
                  <a:pt x="147367" y="368798"/>
                  <a:pt x="-103183" y="491575"/>
                  <a:pt x="49106" y="676640"/>
                </a:cubicBezTo>
                <a:cubicBezTo>
                  <a:pt x="201394" y="861638"/>
                  <a:pt x="581784" y="721207"/>
                  <a:pt x="682777" y="586572"/>
                </a:cubicBezTo>
                <a:cubicBezTo>
                  <a:pt x="751527" y="494906"/>
                  <a:pt x="810484" y="226368"/>
                  <a:pt x="576321" y="154288"/>
                </a:cubicBezTo>
                <a:cubicBezTo>
                  <a:pt x="342225" y="82207"/>
                  <a:pt x="343291" y="0"/>
                  <a:pt x="343291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3612154" y="4768241"/>
            <a:ext cx="4967693" cy="70118"/>
          </a:xfrm>
          <a:custGeom>
            <a:avLst/>
            <a:gdLst/>
            <a:ahLst/>
            <a:cxnLst/>
            <a:rect l="l" t="t" r="r" b="b"/>
            <a:pathLst>
              <a:path w="7120408" h="105922">
                <a:moveTo>
                  <a:pt x="0" y="0"/>
                </a:moveTo>
                <a:lnTo>
                  <a:pt x="7120408" y="0"/>
                </a:lnTo>
                <a:lnTo>
                  <a:pt x="7120408" y="105923"/>
                </a:lnTo>
                <a:lnTo>
                  <a:pt x="0" y="105923"/>
                </a:lnTo>
                <a:close/>
              </a:path>
            </a:pathLst>
          </a:custGeom>
          <a:solidFill>
            <a:srgbClr val="30355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4882720" y="3992910"/>
            <a:ext cx="1539291" cy="738020"/>
          </a:xfrm>
          <a:custGeom>
            <a:avLst/>
            <a:gdLst/>
            <a:ahLst/>
            <a:cxnLst/>
            <a:rect l="l" t="t" r="r" b="b"/>
            <a:pathLst>
              <a:path w="1908499" h="915038">
                <a:moveTo>
                  <a:pt x="1113213" y="0"/>
                </a:moveTo>
                <a:cubicBezTo>
                  <a:pt x="1113213" y="0"/>
                  <a:pt x="321457" y="130038"/>
                  <a:pt x="75369" y="390182"/>
                </a:cubicBezTo>
                <a:cubicBezTo>
                  <a:pt x="-95839" y="572516"/>
                  <a:pt x="-149333" y="1017858"/>
                  <a:pt x="1908500" y="893415"/>
                </a:cubicBezTo>
                <a:cubicBezTo>
                  <a:pt x="1901371" y="537208"/>
                  <a:pt x="1901371" y="537208"/>
                  <a:pt x="1901371" y="537208"/>
                </a:cubicBezTo>
                <a:cubicBezTo>
                  <a:pt x="1229128" y="282727"/>
                  <a:pt x="1229128" y="282727"/>
                  <a:pt x="1229128" y="282727"/>
                </a:cubicBezTo>
                <a:cubicBezTo>
                  <a:pt x="1113213" y="0"/>
                  <a:pt x="1113213" y="0"/>
                  <a:pt x="1113213" y="0"/>
                </a:cubicBezTo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4700108" y="4516567"/>
            <a:ext cx="552349" cy="251297"/>
          </a:xfrm>
          <a:custGeom>
            <a:avLst/>
            <a:gdLst/>
            <a:ahLst/>
            <a:cxnLst/>
            <a:rect l="l" t="t" r="r" b="b"/>
            <a:pathLst>
              <a:path w="684834" h="311572">
                <a:moveTo>
                  <a:pt x="684834" y="311573"/>
                </a:moveTo>
                <a:cubicBezTo>
                  <a:pt x="156952" y="311573"/>
                  <a:pt x="156952" y="311573"/>
                  <a:pt x="156952" y="311573"/>
                </a:cubicBezTo>
                <a:cubicBezTo>
                  <a:pt x="71348" y="311573"/>
                  <a:pt x="0" y="242157"/>
                  <a:pt x="0" y="156685"/>
                </a:cubicBezTo>
                <a:cubicBezTo>
                  <a:pt x="0" y="69416"/>
                  <a:pt x="71348" y="0"/>
                  <a:pt x="156952" y="0"/>
                </a:cubicBezTo>
                <a:cubicBezTo>
                  <a:pt x="684834" y="0"/>
                  <a:pt x="684834" y="0"/>
                  <a:pt x="684834" y="0"/>
                </a:cubicBezTo>
                <a:cubicBezTo>
                  <a:pt x="684834" y="311573"/>
                  <a:pt x="684834" y="311573"/>
                  <a:pt x="684834" y="311573"/>
                </a:cubicBezTo>
              </a:path>
            </a:pathLst>
          </a:custGeom>
          <a:solidFill>
            <a:srgbClr val="443789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4823044" y="4566268"/>
            <a:ext cx="429414" cy="153238"/>
          </a:xfrm>
          <a:custGeom>
            <a:avLst/>
            <a:gdLst/>
            <a:ahLst/>
            <a:cxnLst/>
            <a:rect l="l" t="t" r="r" b="b"/>
            <a:pathLst>
              <a:path w="532411" h="189994">
                <a:moveTo>
                  <a:pt x="532412" y="189995"/>
                </a:moveTo>
                <a:cubicBezTo>
                  <a:pt x="94398" y="189995"/>
                  <a:pt x="94398" y="189995"/>
                  <a:pt x="94398" y="189995"/>
                </a:cubicBezTo>
                <a:cubicBezTo>
                  <a:pt x="42769" y="189995"/>
                  <a:pt x="0" y="146959"/>
                  <a:pt x="0" y="94997"/>
                </a:cubicBezTo>
                <a:cubicBezTo>
                  <a:pt x="0" y="41237"/>
                  <a:pt x="42769" y="0"/>
                  <a:pt x="94398" y="0"/>
                </a:cubicBezTo>
                <a:cubicBezTo>
                  <a:pt x="532412" y="0"/>
                  <a:pt x="532412" y="0"/>
                  <a:pt x="532412" y="0"/>
                </a:cubicBezTo>
                <a:cubicBezTo>
                  <a:pt x="532412" y="189995"/>
                  <a:pt x="532412" y="189995"/>
                  <a:pt x="532412" y="189995"/>
                </a:cubicBezTo>
              </a:path>
            </a:pathLst>
          </a:custGeom>
          <a:solidFill>
            <a:srgbClr val="22211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4723643" y="4517912"/>
            <a:ext cx="528868" cy="249954"/>
          </a:xfrm>
          <a:custGeom>
            <a:avLst/>
            <a:gdLst/>
            <a:ahLst/>
            <a:cxnLst/>
            <a:rect l="l" t="t" r="r" b="b"/>
            <a:pathLst>
              <a:path w="655721" h="309907">
                <a:moveTo>
                  <a:pt x="655655" y="0"/>
                </a:moveTo>
                <a:lnTo>
                  <a:pt x="655655" y="0"/>
                </a:lnTo>
                <a:cubicBezTo>
                  <a:pt x="493507" y="60556"/>
                  <a:pt x="493507" y="60556"/>
                  <a:pt x="493507" y="60556"/>
                </a:cubicBezTo>
                <a:cubicBezTo>
                  <a:pt x="655655" y="60556"/>
                  <a:pt x="655655" y="60556"/>
                  <a:pt x="655655" y="60556"/>
                </a:cubicBezTo>
                <a:cubicBezTo>
                  <a:pt x="655655" y="249351"/>
                  <a:pt x="655655" y="249351"/>
                  <a:pt x="655655" y="249351"/>
                </a:cubicBezTo>
                <a:cubicBezTo>
                  <a:pt x="217375" y="249351"/>
                  <a:pt x="217375" y="249351"/>
                  <a:pt x="217375" y="249351"/>
                </a:cubicBezTo>
                <a:cubicBezTo>
                  <a:pt x="179936" y="249351"/>
                  <a:pt x="146093" y="226235"/>
                  <a:pt x="131837" y="194125"/>
                </a:cubicBezTo>
                <a:cubicBezTo>
                  <a:pt x="0" y="242223"/>
                  <a:pt x="0" y="242223"/>
                  <a:pt x="0" y="242223"/>
                </a:cubicBezTo>
                <a:cubicBezTo>
                  <a:pt x="28513" y="283193"/>
                  <a:pt x="74812" y="309907"/>
                  <a:pt x="128307" y="309907"/>
                </a:cubicBezTo>
                <a:cubicBezTo>
                  <a:pt x="655722" y="309907"/>
                  <a:pt x="655722" y="309907"/>
                  <a:pt x="655722" y="309907"/>
                </a:cubicBezTo>
                <a:cubicBezTo>
                  <a:pt x="655655" y="0"/>
                  <a:pt x="655655" y="0"/>
                  <a:pt x="655655" y="0"/>
                </a:cubicBezTo>
              </a:path>
            </a:pathLst>
          </a:custGeom>
          <a:solidFill>
            <a:srgbClr val="2B225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4829921" y="4566268"/>
            <a:ext cx="422537" cy="153238"/>
          </a:xfrm>
          <a:custGeom>
            <a:avLst/>
            <a:gdLst/>
            <a:ahLst/>
            <a:cxnLst/>
            <a:rect l="l" t="t" r="r" b="b"/>
            <a:pathLst>
              <a:path w="523884" h="189994">
                <a:moveTo>
                  <a:pt x="523885" y="0"/>
                </a:moveTo>
                <a:cubicBezTo>
                  <a:pt x="361736" y="0"/>
                  <a:pt x="361736" y="0"/>
                  <a:pt x="361736" y="0"/>
                </a:cubicBezTo>
                <a:cubicBezTo>
                  <a:pt x="0" y="134435"/>
                  <a:pt x="0" y="134435"/>
                  <a:pt x="0" y="134435"/>
                </a:cubicBezTo>
                <a:cubicBezTo>
                  <a:pt x="14256" y="166678"/>
                  <a:pt x="48098" y="189995"/>
                  <a:pt x="85538" y="189995"/>
                </a:cubicBezTo>
                <a:cubicBezTo>
                  <a:pt x="523885" y="189995"/>
                  <a:pt x="523885" y="189995"/>
                  <a:pt x="523885" y="189995"/>
                </a:cubicBezTo>
                <a:cubicBezTo>
                  <a:pt x="523885" y="0"/>
                  <a:pt x="523885" y="0"/>
                  <a:pt x="523885" y="0"/>
                </a:cubicBezTo>
              </a:path>
            </a:pathLst>
          </a:custGeom>
          <a:solidFill>
            <a:srgbClr val="15141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4929378" y="4593885"/>
            <a:ext cx="11069" cy="96661"/>
          </a:xfrm>
          <a:custGeom>
            <a:avLst/>
            <a:gdLst/>
            <a:ahLst/>
            <a:cxnLst/>
            <a:rect l="l" t="t" r="r" b="b"/>
            <a:pathLst>
              <a:path w="13723" h="119845">
                <a:moveTo>
                  <a:pt x="0" y="0"/>
                </a:moveTo>
                <a:lnTo>
                  <a:pt x="13723" y="0"/>
                </a:lnTo>
                <a:lnTo>
                  <a:pt x="13723" y="119846"/>
                </a:lnTo>
                <a:lnTo>
                  <a:pt x="0" y="119846"/>
                </a:lnTo>
                <a:lnTo>
                  <a:pt x="0" y="0"/>
                </a:lnTo>
                <a:close/>
              </a:path>
            </a:pathLst>
          </a:custGeom>
          <a:solidFill>
            <a:srgbClr val="D2BDB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5001160" y="4593885"/>
            <a:ext cx="11069" cy="96661"/>
          </a:xfrm>
          <a:custGeom>
            <a:avLst/>
            <a:gdLst/>
            <a:ahLst/>
            <a:cxnLst/>
            <a:rect l="l" t="t" r="r" b="b"/>
            <a:pathLst>
              <a:path w="13723" h="119845">
                <a:moveTo>
                  <a:pt x="0" y="0"/>
                </a:moveTo>
                <a:lnTo>
                  <a:pt x="13724" y="0"/>
                </a:lnTo>
                <a:lnTo>
                  <a:pt x="13724" y="119846"/>
                </a:lnTo>
                <a:lnTo>
                  <a:pt x="0" y="119846"/>
                </a:lnTo>
                <a:lnTo>
                  <a:pt x="0" y="0"/>
                </a:lnTo>
                <a:close/>
              </a:path>
            </a:pathLst>
          </a:custGeom>
          <a:solidFill>
            <a:srgbClr val="D2BDB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5072999" y="4593885"/>
            <a:ext cx="12411" cy="96661"/>
          </a:xfrm>
          <a:custGeom>
            <a:avLst/>
            <a:gdLst/>
            <a:ahLst/>
            <a:cxnLst/>
            <a:rect l="l" t="t" r="r" b="b"/>
            <a:pathLst>
              <a:path w="15388" h="119845">
                <a:moveTo>
                  <a:pt x="0" y="0"/>
                </a:moveTo>
                <a:lnTo>
                  <a:pt x="15389" y="0"/>
                </a:lnTo>
                <a:lnTo>
                  <a:pt x="15389" y="119846"/>
                </a:lnTo>
                <a:lnTo>
                  <a:pt x="0" y="119846"/>
                </a:lnTo>
                <a:lnTo>
                  <a:pt x="0" y="0"/>
                </a:lnTo>
                <a:close/>
              </a:path>
            </a:pathLst>
          </a:custGeom>
          <a:solidFill>
            <a:srgbClr val="D2BDB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7160696" y="4490293"/>
            <a:ext cx="584049" cy="251297"/>
          </a:xfrm>
          <a:custGeom>
            <a:avLst/>
            <a:gdLst/>
            <a:ahLst/>
            <a:cxnLst/>
            <a:rect l="l" t="t" r="r" b="b"/>
            <a:pathLst>
              <a:path w="724138" h="311572">
                <a:moveTo>
                  <a:pt x="0" y="0"/>
                </a:moveTo>
                <a:cubicBezTo>
                  <a:pt x="567586" y="0"/>
                  <a:pt x="567586" y="0"/>
                  <a:pt x="567586" y="0"/>
                </a:cubicBezTo>
                <a:cubicBezTo>
                  <a:pt x="652991" y="0"/>
                  <a:pt x="724139" y="69416"/>
                  <a:pt x="724139" y="156685"/>
                </a:cubicBezTo>
                <a:cubicBezTo>
                  <a:pt x="724139" y="242157"/>
                  <a:pt x="652991" y="311573"/>
                  <a:pt x="567586" y="311573"/>
                </a:cubicBezTo>
                <a:cubicBezTo>
                  <a:pt x="0" y="311573"/>
                  <a:pt x="0" y="311573"/>
                  <a:pt x="0" y="311573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7160696" y="4490293"/>
            <a:ext cx="550952" cy="251297"/>
          </a:xfrm>
          <a:custGeom>
            <a:avLst/>
            <a:gdLst/>
            <a:ahLst/>
            <a:cxnLst/>
            <a:rect l="l" t="t" r="r" b="b"/>
            <a:pathLst>
              <a:path w="683101" h="311572">
                <a:moveTo>
                  <a:pt x="0" y="0"/>
                </a:moveTo>
                <a:cubicBezTo>
                  <a:pt x="526549" y="0"/>
                  <a:pt x="526549" y="0"/>
                  <a:pt x="526549" y="0"/>
                </a:cubicBezTo>
                <a:cubicBezTo>
                  <a:pt x="613686" y="0"/>
                  <a:pt x="683102" y="69416"/>
                  <a:pt x="683102" y="156685"/>
                </a:cubicBezTo>
                <a:cubicBezTo>
                  <a:pt x="683102" y="242157"/>
                  <a:pt x="613753" y="311573"/>
                  <a:pt x="526549" y="311573"/>
                </a:cubicBezTo>
                <a:cubicBezTo>
                  <a:pt x="0" y="311573"/>
                  <a:pt x="0" y="311573"/>
                  <a:pt x="0" y="311573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43789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7159353" y="4689150"/>
            <a:ext cx="555035" cy="53838"/>
          </a:xfrm>
          <a:custGeom>
            <a:avLst/>
            <a:gdLst/>
            <a:ahLst/>
            <a:cxnLst/>
            <a:rect l="l" t="t" r="r" b="b"/>
            <a:pathLst>
              <a:path w="688164" h="66751">
                <a:moveTo>
                  <a:pt x="688165" y="10525"/>
                </a:moveTo>
                <a:cubicBezTo>
                  <a:pt x="677506" y="24582"/>
                  <a:pt x="663250" y="35107"/>
                  <a:pt x="649060" y="43901"/>
                </a:cubicBezTo>
                <a:lnTo>
                  <a:pt x="649060" y="43901"/>
                </a:lnTo>
                <a:cubicBezTo>
                  <a:pt x="665049" y="35107"/>
                  <a:pt x="677506" y="24582"/>
                  <a:pt x="688165" y="10525"/>
                </a:cubicBezTo>
                <a:lnTo>
                  <a:pt x="688165" y="10525"/>
                </a:lnTo>
                <a:moveTo>
                  <a:pt x="1732" y="0"/>
                </a:moveTo>
                <a:lnTo>
                  <a:pt x="0" y="0"/>
                </a:lnTo>
                <a:cubicBezTo>
                  <a:pt x="0" y="66751"/>
                  <a:pt x="0" y="66751"/>
                  <a:pt x="0" y="66751"/>
                </a:cubicBezTo>
                <a:cubicBezTo>
                  <a:pt x="380589" y="66751"/>
                  <a:pt x="380589" y="66751"/>
                  <a:pt x="380589" y="66751"/>
                </a:cubicBezTo>
                <a:cubicBezTo>
                  <a:pt x="380589" y="66751"/>
                  <a:pt x="380589" y="66751"/>
                  <a:pt x="382388" y="65019"/>
                </a:cubicBezTo>
                <a:cubicBezTo>
                  <a:pt x="1799" y="65019"/>
                  <a:pt x="1799" y="65019"/>
                  <a:pt x="1799" y="65019"/>
                </a:cubicBezTo>
                <a:cubicBezTo>
                  <a:pt x="1732" y="0"/>
                  <a:pt x="1732" y="0"/>
                  <a:pt x="1732" y="0"/>
                </a:cubicBezTo>
              </a:path>
            </a:pathLst>
          </a:custGeom>
          <a:solidFill>
            <a:srgbClr val="923A2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pic>
        <p:nvPicPr>
          <p:cNvPr id="35" name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819" y="4667056"/>
            <a:ext cx="8285" cy="27617"/>
          </a:xfrm>
          <a:custGeom>
            <a:avLst/>
            <a:gdLst/>
            <a:ahLst/>
            <a:cxnLst/>
            <a:rect l="0" t="0" r="0" b="0"/>
            <a:pathLst>
              <a:path w="10272" h="34241">
                <a:moveTo>
                  <a:pt x="754" y="552"/>
                </a:moveTo>
                <a:lnTo>
                  <a:pt x="11027" y="552"/>
                </a:lnTo>
                <a:lnTo>
                  <a:pt x="11027" y="34794"/>
                </a:lnTo>
                <a:lnTo>
                  <a:pt x="754" y="34794"/>
                </a:lnTo>
                <a:close/>
              </a:path>
            </a:pathLst>
          </a:custGeom>
        </p:spPr>
      </p:pic>
      <p:sp>
        <p:nvSpPr>
          <p:cNvPr id="36" name="Freeform 36"/>
          <p:cNvSpPr/>
          <p:nvPr/>
        </p:nvSpPr>
        <p:spPr>
          <a:xfrm>
            <a:off x="7114705" y="4551063"/>
            <a:ext cx="528815" cy="190582"/>
          </a:xfrm>
          <a:custGeom>
            <a:avLst/>
            <a:gdLst/>
            <a:ahLst/>
            <a:cxnLst/>
            <a:rect l="l" t="t" r="r" b="b"/>
            <a:pathLst>
              <a:path w="655655" h="236294">
                <a:moveTo>
                  <a:pt x="197256" y="0"/>
                </a:moveTo>
                <a:cubicBezTo>
                  <a:pt x="138632" y="60423"/>
                  <a:pt x="67551" y="110119"/>
                  <a:pt x="0" y="149224"/>
                </a:cubicBezTo>
                <a:cubicBezTo>
                  <a:pt x="0" y="236294"/>
                  <a:pt x="0" y="236294"/>
                  <a:pt x="0" y="236294"/>
                </a:cubicBezTo>
                <a:cubicBezTo>
                  <a:pt x="525950" y="236294"/>
                  <a:pt x="525950" y="236294"/>
                  <a:pt x="525950" y="236294"/>
                </a:cubicBezTo>
                <a:cubicBezTo>
                  <a:pt x="579244" y="236294"/>
                  <a:pt x="627210" y="209647"/>
                  <a:pt x="655655" y="168810"/>
                </a:cubicBezTo>
                <a:cubicBezTo>
                  <a:pt x="197256" y="0"/>
                  <a:pt x="197256" y="0"/>
                  <a:pt x="197256" y="0"/>
                </a:cubicBezTo>
              </a:path>
            </a:pathLst>
          </a:custGeom>
          <a:solidFill>
            <a:srgbClr val="2B225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7117443" y="4540048"/>
            <a:ext cx="429414" cy="153238"/>
          </a:xfrm>
          <a:custGeom>
            <a:avLst/>
            <a:gdLst/>
            <a:ahLst/>
            <a:cxnLst/>
            <a:rect l="l" t="t" r="r" b="b"/>
            <a:pathLst>
              <a:path w="532411" h="189994">
                <a:moveTo>
                  <a:pt x="0" y="0"/>
                </a:moveTo>
                <a:cubicBezTo>
                  <a:pt x="438347" y="0"/>
                  <a:pt x="438347" y="0"/>
                  <a:pt x="438347" y="0"/>
                </a:cubicBezTo>
                <a:cubicBezTo>
                  <a:pt x="489843" y="0"/>
                  <a:pt x="532412" y="41237"/>
                  <a:pt x="532412" y="94997"/>
                </a:cubicBezTo>
                <a:cubicBezTo>
                  <a:pt x="532412" y="146959"/>
                  <a:pt x="489843" y="189995"/>
                  <a:pt x="438347" y="189995"/>
                </a:cubicBezTo>
                <a:cubicBezTo>
                  <a:pt x="0" y="189995"/>
                  <a:pt x="0" y="189995"/>
                  <a:pt x="0" y="189995"/>
                </a:cubicBez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2211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6982150" y="4504101"/>
            <a:ext cx="149102" cy="236146"/>
          </a:xfrm>
          <a:custGeom>
            <a:avLst/>
            <a:gdLst/>
            <a:ahLst/>
            <a:cxnLst/>
            <a:rect l="l" t="t" r="r" b="b"/>
            <a:pathLst>
              <a:path w="184865" h="292786">
                <a:moveTo>
                  <a:pt x="0" y="0"/>
                </a:moveTo>
                <a:lnTo>
                  <a:pt x="184865" y="0"/>
                </a:lnTo>
                <a:lnTo>
                  <a:pt x="184865" y="292786"/>
                </a:lnTo>
                <a:lnTo>
                  <a:pt x="0" y="292786"/>
                </a:lnTo>
                <a:lnTo>
                  <a:pt x="0" y="0"/>
                </a:ln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5617040" y="3132416"/>
            <a:ext cx="1073278" cy="1291411"/>
          </a:xfrm>
          <a:custGeom>
            <a:avLst/>
            <a:gdLst/>
            <a:ahLst/>
            <a:cxnLst/>
            <a:rect l="l" t="t" r="r" b="b"/>
            <a:pathLst>
              <a:path w="1330711" h="1601165">
                <a:moveTo>
                  <a:pt x="665356" y="1601166"/>
                </a:moveTo>
                <a:lnTo>
                  <a:pt x="665356" y="1601166"/>
                </a:lnTo>
                <a:cubicBezTo>
                  <a:pt x="222878" y="1601166"/>
                  <a:pt x="-96489" y="1205854"/>
                  <a:pt x="26622" y="810542"/>
                </a:cubicBezTo>
                <a:cubicBezTo>
                  <a:pt x="172915" y="343816"/>
                  <a:pt x="172915" y="343816"/>
                  <a:pt x="172915" y="343816"/>
                </a:cubicBezTo>
                <a:cubicBezTo>
                  <a:pt x="237135" y="141164"/>
                  <a:pt x="436989" y="0"/>
                  <a:pt x="665356" y="0"/>
                </a:cubicBezTo>
                <a:cubicBezTo>
                  <a:pt x="893723" y="0"/>
                  <a:pt x="1095309" y="141164"/>
                  <a:pt x="1157797" y="343816"/>
                </a:cubicBezTo>
                <a:cubicBezTo>
                  <a:pt x="1304090" y="810542"/>
                  <a:pt x="1304090" y="810542"/>
                  <a:pt x="1304090" y="810542"/>
                </a:cubicBezTo>
                <a:cubicBezTo>
                  <a:pt x="1427200" y="1205854"/>
                  <a:pt x="1107833" y="1601166"/>
                  <a:pt x="665356" y="1601166"/>
                </a:cubicBezTo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5152627" y="4526240"/>
            <a:ext cx="150498" cy="236091"/>
          </a:xfrm>
          <a:custGeom>
            <a:avLst/>
            <a:gdLst/>
            <a:ahLst/>
            <a:cxnLst/>
            <a:rect l="l" t="t" r="r" b="b"/>
            <a:pathLst>
              <a:path w="186597" h="292719">
                <a:moveTo>
                  <a:pt x="0" y="0"/>
                </a:moveTo>
                <a:lnTo>
                  <a:pt x="186597" y="0"/>
                </a:lnTo>
                <a:lnTo>
                  <a:pt x="186597" y="292720"/>
                </a:lnTo>
                <a:lnTo>
                  <a:pt x="0" y="292720"/>
                </a:lnTo>
                <a:lnTo>
                  <a:pt x="0" y="0"/>
                </a:ln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6077497" y="2989224"/>
            <a:ext cx="126259" cy="202931"/>
          </a:xfrm>
          <a:custGeom>
            <a:avLst/>
            <a:gdLst/>
            <a:ahLst/>
            <a:cxnLst/>
            <a:rect l="l" t="t" r="r" b="b"/>
            <a:pathLst>
              <a:path w="156543" h="251605">
                <a:moveTo>
                  <a:pt x="48755" y="250351"/>
                </a:moveTo>
                <a:cubicBezTo>
                  <a:pt x="15446" y="243622"/>
                  <a:pt x="-5471" y="212045"/>
                  <a:pt x="1257" y="178736"/>
                </a:cubicBezTo>
                <a:cubicBezTo>
                  <a:pt x="37431" y="0"/>
                  <a:pt x="37431" y="0"/>
                  <a:pt x="37431" y="0"/>
                </a:cubicBezTo>
                <a:cubicBezTo>
                  <a:pt x="156544" y="24116"/>
                  <a:pt x="156544" y="24116"/>
                  <a:pt x="156544" y="24116"/>
                </a:cubicBezTo>
                <a:cubicBezTo>
                  <a:pt x="120370" y="202852"/>
                  <a:pt x="120370" y="202852"/>
                  <a:pt x="120370" y="202852"/>
                </a:cubicBezTo>
                <a:cubicBezTo>
                  <a:pt x="113642" y="236094"/>
                  <a:pt x="82065" y="257079"/>
                  <a:pt x="48755" y="250351"/>
                </a:cubicBezTo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5467908" y="3237618"/>
            <a:ext cx="760082" cy="1114265"/>
          </a:xfrm>
          <a:custGeom>
            <a:avLst/>
            <a:gdLst/>
            <a:ahLst/>
            <a:cxnLst/>
            <a:rect l="l" t="t" r="r" b="b"/>
            <a:pathLst>
              <a:path w="942392" h="1381527">
                <a:moveTo>
                  <a:pt x="505311" y="2"/>
                </a:moveTo>
                <a:cubicBezTo>
                  <a:pt x="505311" y="2"/>
                  <a:pt x="500381" y="-3396"/>
                  <a:pt x="364880" y="274668"/>
                </a:cubicBezTo>
                <a:cubicBezTo>
                  <a:pt x="364880" y="274668"/>
                  <a:pt x="199134" y="638270"/>
                  <a:pt x="286471" y="843254"/>
                </a:cubicBezTo>
                <a:cubicBezTo>
                  <a:pt x="350624" y="994743"/>
                  <a:pt x="942392" y="1044640"/>
                  <a:pt x="942392" y="1044640"/>
                </a:cubicBezTo>
                <a:cubicBezTo>
                  <a:pt x="942392" y="1044640"/>
                  <a:pt x="942392" y="1044640"/>
                  <a:pt x="892495" y="1381528"/>
                </a:cubicBezTo>
                <a:cubicBezTo>
                  <a:pt x="892495" y="1381528"/>
                  <a:pt x="421905" y="1313777"/>
                  <a:pt x="172420" y="1187270"/>
                </a:cubicBezTo>
                <a:cubicBezTo>
                  <a:pt x="-356927" y="921663"/>
                  <a:pt x="501514" y="535"/>
                  <a:pt x="501514" y="535"/>
                </a:cubicBezTo>
                <a:lnTo>
                  <a:pt x="505311" y="2"/>
                </a:ln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5234082" y="4214012"/>
            <a:ext cx="1560279" cy="321792"/>
          </a:xfrm>
          <a:custGeom>
            <a:avLst/>
            <a:gdLst/>
            <a:ahLst/>
            <a:cxnLst/>
            <a:rect l="l" t="t" r="r" b="b"/>
            <a:pathLst>
              <a:path w="1934522" h="398975">
                <a:moveTo>
                  <a:pt x="1547605" y="0"/>
                </a:moveTo>
                <a:lnTo>
                  <a:pt x="0" y="398976"/>
                </a:lnTo>
                <a:lnTo>
                  <a:pt x="1934523" y="70748"/>
                </a:lnTo>
                <a:lnTo>
                  <a:pt x="1547605" y="0"/>
                </a:lnTo>
                <a:lnTo>
                  <a:pt x="1547605" y="0"/>
                </a:lnTo>
                <a:close/>
              </a:path>
            </a:pathLst>
          </a:custGeom>
          <a:solidFill>
            <a:srgbClr val="0169EE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5489517" y="4198698"/>
            <a:ext cx="735946" cy="238617"/>
          </a:xfrm>
          <a:custGeom>
            <a:avLst/>
            <a:gdLst/>
            <a:ahLst/>
            <a:cxnLst/>
            <a:rect l="l" t="t" r="r" b="b"/>
            <a:pathLst>
              <a:path w="912468" h="295851">
                <a:moveTo>
                  <a:pt x="912468" y="295851"/>
                </a:moveTo>
                <a:lnTo>
                  <a:pt x="0" y="162748"/>
                </a:lnTo>
                <a:lnTo>
                  <a:pt x="297650" y="0"/>
                </a:lnTo>
                <a:lnTo>
                  <a:pt x="912468" y="295851"/>
                </a:lnTo>
                <a:lnTo>
                  <a:pt x="912468" y="295851"/>
                </a:lnTo>
                <a:close/>
              </a:path>
            </a:pathLst>
          </a:custGeom>
          <a:solidFill>
            <a:srgbClr val="0169EE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5234082" y="3969914"/>
            <a:ext cx="2146803" cy="797951"/>
          </a:xfrm>
          <a:custGeom>
            <a:avLst/>
            <a:gdLst/>
            <a:ahLst/>
            <a:cxnLst/>
            <a:rect l="l" t="t" r="r" b="b"/>
            <a:pathLst>
              <a:path w="2661729" h="989345">
                <a:moveTo>
                  <a:pt x="1654061" y="0"/>
                </a:moveTo>
                <a:cubicBezTo>
                  <a:pt x="1654061" y="0"/>
                  <a:pt x="2518497" y="50896"/>
                  <a:pt x="2646870" y="440945"/>
                </a:cubicBezTo>
                <a:cubicBezTo>
                  <a:pt x="2773445" y="830994"/>
                  <a:pt x="2049772" y="989345"/>
                  <a:pt x="2049772" y="989345"/>
                </a:cubicBezTo>
                <a:cubicBezTo>
                  <a:pt x="0" y="989345"/>
                  <a:pt x="0" y="989345"/>
                  <a:pt x="0" y="989345"/>
                </a:cubicBezTo>
                <a:cubicBezTo>
                  <a:pt x="0" y="689697"/>
                  <a:pt x="0" y="689697"/>
                  <a:pt x="0" y="689697"/>
                </a:cubicBezTo>
                <a:cubicBezTo>
                  <a:pt x="1830532" y="361803"/>
                  <a:pt x="1830532" y="361803"/>
                  <a:pt x="1830532" y="361803"/>
                </a:cubicBezTo>
                <a:cubicBezTo>
                  <a:pt x="1379594" y="305244"/>
                  <a:pt x="1379594" y="305244"/>
                  <a:pt x="1379594" y="305244"/>
                </a:cubicBezTo>
                <a:cubicBezTo>
                  <a:pt x="1654061" y="0"/>
                  <a:pt x="1654061" y="0"/>
                  <a:pt x="1654061" y="0"/>
                </a:cubicBezTo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6083132" y="3241542"/>
            <a:ext cx="761653" cy="1111415"/>
          </a:xfrm>
          <a:custGeom>
            <a:avLst/>
            <a:gdLst/>
            <a:ahLst/>
            <a:cxnLst/>
            <a:rect l="l" t="t" r="r" b="b"/>
            <a:pathLst>
              <a:path w="944342" h="1377995">
                <a:moveTo>
                  <a:pt x="445875" y="0"/>
                </a:moveTo>
                <a:cubicBezTo>
                  <a:pt x="445875" y="0"/>
                  <a:pt x="481849" y="46433"/>
                  <a:pt x="588904" y="283926"/>
                </a:cubicBezTo>
                <a:cubicBezTo>
                  <a:pt x="588904" y="283926"/>
                  <a:pt x="697758" y="584374"/>
                  <a:pt x="656788" y="839721"/>
                </a:cubicBezTo>
                <a:cubicBezTo>
                  <a:pt x="630740" y="1002203"/>
                  <a:pt x="0" y="1041107"/>
                  <a:pt x="0" y="1041107"/>
                </a:cubicBezTo>
                <a:cubicBezTo>
                  <a:pt x="0" y="1041107"/>
                  <a:pt x="0" y="1041107"/>
                  <a:pt x="49964" y="1377995"/>
                </a:cubicBezTo>
                <a:cubicBezTo>
                  <a:pt x="49964" y="1377995"/>
                  <a:pt x="521153" y="1310245"/>
                  <a:pt x="771038" y="1183737"/>
                </a:cubicBezTo>
                <a:cubicBezTo>
                  <a:pt x="1301185" y="918197"/>
                  <a:pt x="445875" y="0"/>
                  <a:pt x="445875" y="0"/>
                </a:cubicBez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5560710" y="3231817"/>
            <a:ext cx="347690" cy="437956"/>
          </a:xfrm>
          <a:custGeom>
            <a:avLst/>
            <a:gdLst/>
            <a:ahLst/>
            <a:cxnLst/>
            <a:rect l="l" t="t" r="r" b="b"/>
            <a:pathLst>
              <a:path w="431085" h="543003">
                <a:moveTo>
                  <a:pt x="431086" y="13923"/>
                </a:moveTo>
                <a:cubicBezTo>
                  <a:pt x="431086" y="13923"/>
                  <a:pt x="390116" y="1732"/>
                  <a:pt x="391847" y="0"/>
                </a:cubicBezTo>
                <a:cubicBezTo>
                  <a:pt x="391847" y="0"/>
                  <a:pt x="114716" y="244089"/>
                  <a:pt x="0" y="445675"/>
                </a:cubicBezTo>
                <a:cubicBezTo>
                  <a:pt x="0" y="445675"/>
                  <a:pt x="76478" y="442211"/>
                  <a:pt x="218974" y="543004"/>
                </a:cubicBezTo>
                <a:lnTo>
                  <a:pt x="431086" y="13923"/>
                </a:ln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6435335" y="3235955"/>
            <a:ext cx="318245" cy="433820"/>
          </a:xfrm>
          <a:custGeom>
            <a:avLst/>
            <a:gdLst/>
            <a:ahLst/>
            <a:cxnLst/>
            <a:rect l="l" t="t" r="r" b="b"/>
            <a:pathLst>
              <a:path w="394578" h="537874">
                <a:moveTo>
                  <a:pt x="0" y="0"/>
                </a:moveTo>
                <a:cubicBezTo>
                  <a:pt x="0" y="0"/>
                  <a:pt x="0" y="0"/>
                  <a:pt x="0" y="1732"/>
                </a:cubicBezTo>
                <a:cubicBezTo>
                  <a:pt x="0" y="1732"/>
                  <a:pt x="0" y="1732"/>
                  <a:pt x="1732" y="1732"/>
                </a:cubicBezTo>
                <a:cubicBezTo>
                  <a:pt x="1665" y="1732"/>
                  <a:pt x="1665" y="1732"/>
                  <a:pt x="0" y="0"/>
                </a:cubicBezTo>
                <a:cubicBezTo>
                  <a:pt x="0" y="0"/>
                  <a:pt x="279863" y="238959"/>
                  <a:pt x="394579" y="440545"/>
                </a:cubicBezTo>
                <a:cubicBezTo>
                  <a:pt x="394579" y="440545"/>
                  <a:pt x="318101" y="437081"/>
                  <a:pt x="175605" y="53787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9" name="Freeform 49"/>
          <p:cNvSpPr/>
          <p:nvPr/>
        </p:nvSpPr>
        <p:spPr>
          <a:xfrm>
            <a:off x="6088851" y="2667092"/>
            <a:ext cx="352627" cy="456975"/>
          </a:xfrm>
          <a:custGeom>
            <a:avLst/>
            <a:gdLst/>
            <a:ahLst/>
            <a:cxnLst/>
            <a:rect l="l" t="t" r="r" b="b"/>
            <a:pathLst>
              <a:path w="437206" h="566584">
                <a:moveTo>
                  <a:pt x="431055" y="262698"/>
                </a:moveTo>
                <a:cubicBezTo>
                  <a:pt x="401144" y="417052"/>
                  <a:pt x="269840" y="587195"/>
                  <a:pt x="152991" y="564545"/>
                </a:cubicBezTo>
                <a:cubicBezTo>
                  <a:pt x="36077" y="541895"/>
                  <a:pt x="-22148" y="335045"/>
                  <a:pt x="7764" y="180691"/>
                </a:cubicBezTo>
                <a:cubicBezTo>
                  <a:pt x="37675" y="26337"/>
                  <a:pt x="144398" y="-17031"/>
                  <a:pt x="261312" y="5619"/>
                </a:cubicBezTo>
                <a:cubicBezTo>
                  <a:pt x="378161" y="28203"/>
                  <a:pt x="460967" y="108278"/>
                  <a:pt x="431055" y="262698"/>
                </a:cubicBez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0" name="Freeform 50"/>
          <p:cNvSpPr/>
          <p:nvPr/>
        </p:nvSpPr>
        <p:spPr>
          <a:xfrm>
            <a:off x="6065562" y="2655858"/>
            <a:ext cx="398411" cy="249891"/>
          </a:xfrm>
          <a:custGeom>
            <a:avLst/>
            <a:gdLst/>
            <a:ahLst/>
            <a:cxnLst/>
            <a:rect l="l" t="t" r="r" b="b"/>
            <a:pathLst>
              <a:path w="493973" h="309828">
                <a:moveTo>
                  <a:pt x="493973" y="220135"/>
                </a:moveTo>
                <a:cubicBezTo>
                  <a:pt x="493973" y="220135"/>
                  <a:pt x="466060" y="297145"/>
                  <a:pt x="258478" y="308737"/>
                </a:cubicBezTo>
                <a:cubicBezTo>
                  <a:pt x="16655" y="322194"/>
                  <a:pt x="0" y="206811"/>
                  <a:pt x="0" y="206811"/>
                </a:cubicBezTo>
                <a:cubicBezTo>
                  <a:pt x="0" y="206811"/>
                  <a:pt x="36906" y="3027"/>
                  <a:pt x="237760" y="29"/>
                </a:cubicBezTo>
                <a:cubicBezTo>
                  <a:pt x="438680" y="-2902"/>
                  <a:pt x="493973" y="220135"/>
                  <a:pt x="493973" y="220135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6322943" y="2790528"/>
            <a:ext cx="169402" cy="148914"/>
          </a:xfrm>
          <a:custGeom>
            <a:avLst/>
            <a:gdLst/>
            <a:ahLst/>
            <a:cxnLst/>
            <a:rect l="l" t="t" r="r" b="b"/>
            <a:pathLst>
              <a:path w="210034" h="184632">
                <a:moveTo>
                  <a:pt x="158671" y="0"/>
                </a:moveTo>
                <a:cubicBezTo>
                  <a:pt x="158671" y="0"/>
                  <a:pt x="260729" y="73346"/>
                  <a:pt x="177123" y="146693"/>
                </a:cubicBezTo>
                <a:cubicBezTo>
                  <a:pt x="93451" y="220040"/>
                  <a:pt x="25634" y="175738"/>
                  <a:pt x="2118" y="109320"/>
                </a:cubicBezTo>
                <a:cubicBezTo>
                  <a:pt x="-21398" y="42902"/>
                  <a:pt x="158671" y="0"/>
                  <a:pt x="158671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2" name="Freeform 52"/>
          <p:cNvSpPr/>
          <p:nvPr/>
        </p:nvSpPr>
        <p:spPr>
          <a:xfrm>
            <a:off x="6031712" y="2838349"/>
            <a:ext cx="114338" cy="114338"/>
          </a:xfrm>
          <a:custGeom>
            <a:avLst/>
            <a:gdLst/>
            <a:ahLst/>
            <a:cxnLst/>
            <a:rect l="l" t="t" r="r" b="b"/>
            <a:pathLst>
              <a:path w="141763" h="141763">
                <a:moveTo>
                  <a:pt x="141763" y="70882"/>
                </a:moveTo>
                <a:cubicBezTo>
                  <a:pt x="141763" y="110029"/>
                  <a:pt x="110028" y="141763"/>
                  <a:pt x="70881" y="141763"/>
                </a:cubicBezTo>
                <a:cubicBezTo>
                  <a:pt x="31735" y="141763"/>
                  <a:pt x="0" y="110029"/>
                  <a:pt x="0" y="70882"/>
                </a:cubicBezTo>
                <a:cubicBezTo>
                  <a:pt x="0" y="31735"/>
                  <a:pt x="31734" y="0"/>
                  <a:pt x="70881" y="0"/>
                </a:cubicBezTo>
                <a:cubicBezTo>
                  <a:pt x="110028" y="0"/>
                  <a:pt x="141763" y="31735"/>
                  <a:pt x="141763" y="70882"/>
                </a:cubicBezTo>
                <a:close/>
              </a:path>
            </a:pathLst>
          </a:custGeom>
          <a:solidFill>
            <a:srgbClr val="F9B3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3" name="Freeform 53"/>
          <p:cNvSpPr/>
          <p:nvPr/>
        </p:nvSpPr>
        <p:spPr>
          <a:xfrm>
            <a:off x="6065329" y="2822659"/>
            <a:ext cx="270670" cy="130030"/>
          </a:xfrm>
          <a:custGeom>
            <a:avLst/>
            <a:gdLst/>
            <a:ahLst/>
            <a:cxnLst/>
            <a:rect l="l" t="t" r="r" b="b"/>
            <a:pathLst>
              <a:path w="335593" h="161219">
                <a:moveTo>
                  <a:pt x="421" y="0"/>
                </a:moveTo>
                <a:cubicBezTo>
                  <a:pt x="421" y="0"/>
                  <a:pt x="-8106" y="81807"/>
                  <a:pt x="51584" y="127840"/>
                </a:cubicBezTo>
                <a:cubicBezTo>
                  <a:pt x="111274" y="173873"/>
                  <a:pt x="240846" y="177870"/>
                  <a:pt x="324318" y="104257"/>
                </a:cubicBezTo>
                <a:cubicBezTo>
                  <a:pt x="407791" y="30644"/>
                  <a:pt x="421" y="0"/>
                  <a:pt x="421" y="0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4" name="Freeform 54"/>
          <p:cNvSpPr/>
          <p:nvPr/>
        </p:nvSpPr>
        <p:spPr>
          <a:xfrm>
            <a:off x="6889895" y="2314047"/>
            <a:ext cx="1587145" cy="1440138"/>
          </a:xfrm>
          <a:custGeom>
            <a:avLst/>
            <a:gdLst/>
            <a:ahLst/>
            <a:cxnLst/>
            <a:rect l="l" t="t" r="r" b="b"/>
            <a:pathLst>
              <a:path w="1967831" h="1785564">
                <a:moveTo>
                  <a:pt x="1921532" y="1785565"/>
                </a:moveTo>
                <a:lnTo>
                  <a:pt x="46300" y="1785565"/>
                </a:lnTo>
                <a:cubicBezTo>
                  <a:pt x="20719" y="1785565"/>
                  <a:pt x="0" y="1764846"/>
                  <a:pt x="0" y="1739265"/>
                </a:cubicBezTo>
                <a:lnTo>
                  <a:pt x="0" y="46300"/>
                </a:lnTo>
                <a:cubicBezTo>
                  <a:pt x="0" y="20718"/>
                  <a:pt x="20719" y="0"/>
                  <a:pt x="46300" y="0"/>
                </a:cubicBezTo>
                <a:lnTo>
                  <a:pt x="1921532" y="0"/>
                </a:lnTo>
                <a:cubicBezTo>
                  <a:pt x="1947114" y="0"/>
                  <a:pt x="1967832" y="20718"/>
                  <a:pt x="1967832" y="46300"/>
                </a:cubicBezTo>
                <a:lnTo>
                  <a:pt x="1967832" y="1739265"/>
                </a:lnTo>
                <a:cubicBezTo>
                  <a:pt x="1967832" y="1764846"/>
                  <a:pt x="1947114" y="1785565"/>
                  <a:pt x="1921532" y="178556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5" name="Freeform 55"/>
          <p:cNvSpPr/>
          <p:nvPr/>
        </p:nvSpPr>
        <p:spPr>
          <a:xfrm>
            <a:off x="6951793" y="2614293"/>
            <a:ext cx="1525246" cy="1139999"/>
          </a:xfrm>
          <a:custGeom>
            <a:avLst/>
            <a:gdLst/>
            <a:ahLst/>
            <a:cxnLst/>
            <a:rect l="l" t="t" r="r" b="b"/>
            <a:pathLst>
              <a:path w="1891087" h="1413435">
                <a:moveTo>
                  <a:pt x="1891088" y="1367003"/>
                </a:moveTo>
                <a:lnTo>
                  <a:pt x="1891088" y="96996"/>
                </a:lnTo>
                <a:lnTo>
                  <a:pt x="1818075" y="23982"/>
                </a:lnTo>
                <a:cubicBezTo>
                  <a:pt x="1802685" y="8594"/>
                  <a:pt x="1781834" y="0"/>
                  <a:pt x="1760117" y="0"/>
                </a:cubicBezTo>
                <a:lnTo>
                  <a:pt x="35175" y="0"/>
                </a:lnTo>
                <a:cubicBezTo>
                  <a:pt x="16121" y="0"/>
                  <a:pt x="666" y="15455"/>
                  <a:pt x="666" y="34508"/>
                </a:cubicBezTo>
                <a:lnTo>
                  <a:pt x="0" y="901343"/>
                </a:lnTo>
                <a:cubicBezTo>
                  <a:pt x="0" y="919396"/>
                  <a:pt x="7195" y="936784"/>
                  <a:pt x="19919" y="949574"/>
                </a:cubicBezTo>
                <a:lnTo>
                  <a:pt x="483781" y="1413436"/>
                </a:lnTo>
                <a:lnTo>
                  <a:pt x="1844788" y="1413436"/>
                </a:lnTo>
                <a:cubicBezTo>
                  <a:pt x="1870370" y="1413303"/>
                  <a:pt x="1891088" y="1392584"/>
                  <a:pt x="1891088" y="1367003"/>
                </a:cubicBezTo>
                <a:close/>
              </a:path>
            </a:pathLst>
          </a:custGeom>
          <a:solidFill>
            <a:srgbClr val="0169EE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56" name="Group 56"/>
          <p:cNvGrpSpPr/>
          <p:nvPr/>
        </p:nvGrpSpPr>
        <p:grpSpPr>
          <a:xfrm>
            <a:off x="6948246" y="2614240"/>
            <a:ext cx="1446478" cy="759965"/>
            <a:chOff x="7309848" y="2614859"/>
            <a:chExt cx="1793425" cy="942246"/>
          </a:xfrm>
        </p:grpSpPr>
        <p:sp>
          <p:nvSpPr>
            <p:cNvPr id="57" name="Freeform 57"/>
            <p:cNvSpPr/>
            <p:nvPr/>
          </p:nvSpPr>
          <p:spPr>
            <a:xfrm>
              <a:off x="7309848" y="2614859"/>
              <a:ext cx="1054497" cy="750585"/>
            </a:xfrm>
            <a:custGeom>
              <a:avLst/>
              <a:gdLst/>
              <a:ahLst/>
              <a:cxnLst/>
              <a:rect l="l" t="t" r="r" b="b"/>
              <a:pathLst>
                <a:path w="1054497" h="750585">
                  <a:moveTo>
                    <a:pt x="1024386" y="750586"/>
                  </a:moveTo>
                  <a:lnTo>
                    <a:pt x="30178" y="750586"/>
                  </a:lnTo>
                  <a:cubicBezTo>
                    <a:pt x="13523" y="750586"/>
                    <a:pt x="0" y="737063"/>
                    <a:pt x="0" y="720408"/>
                  </a:cubicBezTo>
                  <a:lnTo>
                    <a:pt x="0" y="30178"/>
                  </a:lnTo>
                  <a:cubicBezTo>
                    <a:pt x="0" y="13524"/>
                    <a:pt x="13523" y="0"/>
                    <a:pt x="30178" y="0"/>
                  </a:cubicBezTo>
                  <a:lnTo>
                    <a:pt x="1024319" y="0"/>
                  </a:lnTo>
                  <a:cubicBezTo>
                    <a:pt x="1040974" y="0"/>
                    <a:pt x="1054498" y="13524"/>
                    <a:pt x="1054498" y="30178"/>
                  </a:cubicBezTo>
                  <a:lnTo>
                    <a:pt x="1054498" y="720475"/>
                  </a:lnTo>
                  <a:cubicBezTo>
                    <a:pt x="1054498" y="737129"/>
                    <a:pt x="1041041" y="750586"/>
                    <a:pt x="1024386" y="75058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8" name="Freeform 58"/>
            <p:cNvSpPr/>
            <p:nvPr/>
          </p:nvSpPr>
          <p:spPr>
            <a:xfrm>
              <a:off x="8398920" y="2614859"/>
              <a:ext cx="704352" cy="354474"/>
            </a:xfrm>
            <a:custGeom>
              <a:avLst/>
              <a:gdLst/>
              <a:ahLst/>
              <a:cxnLst/>
              <a:rect l="l" t="t" r="r" b="b"/>
              <a:pathLst>
                <a:path w="704352" h="354474">
                  <a:moveTo>
                    <a:pt x="674175" y="354475"/>
                  </a:moveTo>
                  <a:lnTo>
                    <a:pt x="30178" y="354475"/>
                  </a:lnTo>
                  <a:cubicBezTo>
                    <a:pt x="13523" y="354475"/>
                    <a:pt x="0" y="340951"/>
                    <a:pt x="0" y="324297"/>
                  </a:cubicBezTo>
                  <a:lnTo>
                    <a:pt x="0" y="30178"/>
                  </a:lnTo>
                  <a:cubicBezTo>
                    <a:pt x="0" y="13524"/>
                    <a:pt x="13523" y="0"/>
                    <a:pt x="30178" y="0"/>
                  </a:cubicBezTo>
                  <a:lnTo>
                    <a:pt x="674175" y="0"/>
                  </a:lnTo>
                  <a:cubicBezTo>
                    <a:pt x="690830" y="0"/>
                    <a:pt x="704353" y="13524"/>
                    <a:pt x="704353" y="30178"/>
                  </a:cubicBezTo>
                  <a:lnTo>
                    <a:pt x="704353" y="324297"/>
                  </a:lnTo>
                  <a:cubicBezTo>
                    <a:pt x="704353" y="340951"/>
                    <a:pt x="690830" y="354475"/>
                    <a:pt x="674175" y="35447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9" name="Freeform 59"/>
            <p:cNvSpPr/>
            <p:nvPr/>
          </p:nvSpPr>
          <p:spPr>
            <a:xfrm>
              <a:off x="8398920" y="3010971"/>
              <a:ext cx="704352" cy="354474"/>
            </a:xfrm>
            <a:custGeom>
              <a:avLst/>
              <a:gdLst/>
              <a:ahLst/>
              <a:cxnLst/>
              <a:rect l="l" t="t" r="r" b="b"/>
              <a:pathLst>
                <a:path w="704352" h="354474">
                  <a:moveTo>
                    <a:pt x="674175" y="354475"/>
                  </a:moveTo>
                  <a:lnTo>
                    <a:pt x="30178" y="354475"/>
                  </a:lnTo>
                  <a:cubicBezTo>
                    <a:pt x="13523" y="354475"/>
                    <a:pt x="0" y="340951"/>
                    <a:pt x="0" y="324297"/>
                  </a:cubicBezTo>
                  <a:lnTo>
                    <a:pt x="0" y="30178"/>
                  </a:lnTo>
                  <a:cubicBezTo>
                    <a:pt x="0" y="13523"/>
                    <a:pt x="13523" y="0"/>
                    <a:pt x="30178" y="0"/>
                  </a:cubicBezTo>
                  <a:lnTo>
                    <a:pt x="674175" y="0"/>
                  </a:lnTo>
                  <a:cubicBezTo>
                    <a:pt x="690830" y="0"/>
                    <a:pt x="704353" y="13523"/>
                    <a:pt x="704353" y="30178"/>
                  </a:cubicBezTo>
                  <a:lnTo>
                    <a:pt x="704353" y="324297"/>
                  </a:lnTo>
                  <a:cubicBezTo>
                    <a:pt x="704353" y="341018"/>
                    <a:pt x="690830" y="354475"/>
                    <a:pt x="674175" y="354475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0" name="Freeform 60"/>
            <p:cNvSpPr/>
            <p:nvPr/>
          </p:nvSpPr>
          <p:spPr>
            <a:xfrm>
              <a:off x="7780238" y="2919249"/>
              <a:ext cx="164962" cy="183377"/>
            </a:xfrm>
            <a:custGeom>
              <a:avLst/>
              <a:gdLst/>
              <a:ahLst/>
              <a:cxnLst/>
              <a:rect l="l" t="t" r="r" b="b"/>
              <a:pathLst>
                <a:path w="164962" h="183377">
                  <a:moveTo>
                    <a:pt x="153421" y="71737"/>
                  </a:moveTo>
                  <a:lnTo>
                    <a:pt x="34641" y="3120"/>
                  </a:lnTo>
                  <a:cubicBezTo>
                    <a:pt x="19253" y="-5740"/>
                    <a:pt x="0" y="5318"/>
                    <a:pt x="0" y="23105"/>
                  </a:cubicBezTo>
                  <a:lnTo>
                    <a:pt x="0" y="160272"/>
                  </a:lnTo>
                  <a:cubicBezTo>
                    <a:pt x="0" y="178059"/>
                    <a:pt x="19253" y="189118"/>
                    <a:pt x="34641" y="180257"/>
                  </a:cubicBezTo>
                  <a:lnTo>
                    <a:pt x="153421" y="111641"/>
                  </a:lnTo>
                  <a:cubicBezTo>
                    <a:pt x="168810" y="102847"/>
                    <a:pt x="168810" y="80663"/>
                    <a:pt x="153421" y="71737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1" name="Freeform 61"/>
            <p:cNvSpPr/>
            <p:nvPr/>
          </p:nvSpPr>
          <p:spPr>
            <a:xfrm>
              <a:off x="7315977" y="3407215"/>
              <a:ext cx="1787230" cy="149890"/>
            </a:xfrm>
            <a:custGeom>
              <a:avLst/>
              <a:gdLst/>
              <a:ahLst/>
              <a:cxnLst/>
              <a:rect l="l" t="t" r="r" b="b"/>
              <a:pathLst>
                <a:path w="1787230" h="149890">
                  <a:moveTo>
                    <a:pt x="1758584" y="149891"/>
                  </a:moveTo>
                  <a:lnTo>
                    <a:pt x="28646" y="149891"/>
                  </a:lnTo>
                  <a:cubicBezTo>
                    <a:pt x="12791" y="149891"/>
                    <a:pt x="0" y="137033"/>
                    <a:pt x="0" y="121245"/>
                  </a:cubicBezTo>
                  <a:lnTo>
                    <a:pt x="0" y="28646"/>
                  </a:lnTo>
                  <a:cubicBezTo>
                    <a:pt x="0" y="12791"/>
                    <a:pt x="12857" y="0"/>
                    <a:pt x="28646" y="0"/>
                  </a:cubicBezTo>
                  <a:lnTo>
                    <a:pt x="1758584" y="0"/>
                  </a:lnTo>
                  <a:cubicBezTo>
                    <a:pt x="1774439" y="0"/>
                    <a:pt x="1787230" y="12857"/>
                    <a:pt x="1787230" y="28646"/>
                  </a:cubicBezTo>
                  <a:lnTo>
                    <a:pt x="1787230" y="121245"/>
                  </a:lnTo>
                  <a:cubicBezTo>
                    <a:pt x="1787297" y="137033"/>
                    <a:pt x="1774439" y="149891"/>
                    <a:pt x="1758584" y="149891"/>
                  </a:cubicBezTo>
                  <a:close/>
                </a:path>
              </a:pathLst>
            </a:custGeom>
            <a:solidFill>
              <a:srgbClr val="FFCE00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>
            <a:off x="4960166" y="2424840"/>
            <a:ext cx="425277" cy="172582"/>
          </a:xfrm>
          <a:custGeom>
            <a:avLst/>
            <a:gdLst/>
            <a:ahLst/>
            <a:cxnLst/>
            <a:rect l="l" t="t" r="r" b="b"/>
            <a:pathLst>
              <a:path w="527282" h="213977">
                <a:moveTo>
                  <a:pt x="489643" y="213977"/>
                </a:moveTo>
                <a:lnTo>
                  <a:pt x="37639" y="213977"/>
                </a:lnTo>
                <a:cubicBezTo>
                  <a:pt x="16854" y="213977"/>
                  <a:pt x="0" y="197123"/>
                  <a:pt x="0" y="176338"/>
                </a:cubicBezTo>
                <a:lnTo>
                  <a:pt x="0" y="37639"/>
                </a:lnTo>
                <a:cubicBezTo>
                  <a:pt x="0" y="16854"/>
                  <a:pt x="16854" y="0"/>
                  <a:pt x="37639" y="0"/>
                </a:cubicBezTo>
                <a:lnTo>
                  <a:pt x="489643" y="0"/>
                </a:lnTo>
                <a:cubicBezTo>
                  <a:pt x="510428" y="0"/>
                  <a:pt x="527282" y="16854"/>
                  <a:pt x="527282" y="37639"/>
                </a:cubicBezTo>
                <a:lnTo>
                  <a:pt x="527282" y="176338"/>
                </a:lnTo>
                <a:cubicBezTo>
                  <a:pt x="527282" y="197123"/>
                  <a:pt x="510428" y="213977"/>
                  <a:pt x="489643" y="213977"/>
                </a:cubicBez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3" name="Freeform 63"/>
          <p:cNvSpPr/>
          <p:nvPr/>
        </p:nvSpPr>
        <p:spPr>
          <a:xfrm>
            <a:off x="4281227" y="3911348"/>
            <a:ext cx="346669" cy="474117"/>
          </a:xfrm>
          <a:custGeom>
            <a:avLst/>
            <a:gdLst/>
            <a:ahLst/>
            <a:cxnLst/>
            <a:rect l="l" t="t" r="r" b="b"/>
            <a:pathLst>
              <a:path w="429819" h="587837">
                <a:moveTo>
                  <a:pt x="399975" y="587838"/>
                </a:moveTo>
                <a:lnTo>
                  <a:pt x="29845" y="587838"/>
                </a:lnTo>
                <a:cubicBezTo>
                  <a:pt x="13390" y="587838"/>
                  <a:pt x="0" y="574514"/>
                  <a:pt x="0" y="557993"/>
                </a:cubicBezTo>
                <a:lnTo>
                  <a:pt x="0" y="29845"/>
                </a:lnTo>
                <a:cubicBezTo>
                  <a:pt x="0" y="13390"/>
                  <a:pt x="13324" y="0"/>
                  <a:pt x="29845" y="0"/>
                </a:cubicBezTo>
                <a:lnTo>
                  <a:pt x="399975" y="0"/>
                </a:lnTo>
                <a:cubicBezTo>
                  <a:pt x="416430" y="0"/>
                  <a:pt x="429820" y="13324"/>
                  <a:pt x="429820" y="29845"/>
                </a:cubicBezTo>
                <a:lnTo>
                  <a:pt x="429820" y="557993"/>
                </a:lnTo>
                <a:cubicBezTo>
                  <a:pt x="429753" y="574514"/>
                  <a:pt x="416430" y="587838"/>
                  <a:pt x="399975" y="5878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4" name="Freeform 64"/>
          <p:cNvSpPr/>
          <p:nvPr/>
        </p:nvSpPr>
        <p:spPr>
          <a:xfrm>
            <a:off x="4281226" y="3911399"/>
            <a:ext cx="346669" cy="474064"/>
          </a:xfrm>
          <a:custGeom>
            <a:avLst/>
            <a:gdLst/>
            <a:ahLst/>
            <a:cxnLst/>
            <a:rect l="l" t="t" r="r" b="b"/>
            <a:pathLst>
              <a:path w="429819" h="587771">
                <a:moveTo>
                  <a:pt x="399975" y="0"/>
                </a:moveTo>
                <a:lnTo>
                  <a:pt x="370730" y="0"/>
                </a:lnTo>
                <a:lnTo>
                  <a:pt x="370730" y="152755"/>
                </a:lnTo>
                <a:cubicBezTo>
                  <a:pt x="370730" y="353875"/>
                  <a:pt x="207715" y="516890"/>
                  <a:pt x="6595" y="516890"/>
                </a:cubicBezTo>
                <a:lnTo>
                  <a:pt x="0" y="516890"/>
                </a:lnTo>
                <a:lnTo>
                  <a:pt x="0" y="557926"/>
                </a:lnTo>
                <a:cubicBezTo>
                  <a:pt x="0" y="574381"/>
                  <a:pt x="13324" y="587771"/>
                  <a:pt x="29845" y="587771"/>
                </a:cubicBezTo>
                <a:lnTo>
                  <a:pt x="399975" y="587771"/>
                </a:lnTo>
                <a:cubicBezTo>
                  <a:pt x="416430" y="587771"/>
                  <a:pt x="429820" y="574448"/>
                  <a:pt x="429820" y="557926"/>
                </a:cubicBezTo>
                <a:lnTo>
                  <a:pt x="429820" y="29778"/>
                </a:lnTo>
                <a:cubicBezTo>
                  <a:pt x="429753" y="13390"/>
                  <a:pt x="416430" y="0"/>
                  <a:pt x="399975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5" name="Freeform 65"/>
          <p:cNvSpPr/>
          <p:nvPr/>
        </p:nvSpPr>
        <p:spPr>
          <a:xfrm>
            <a:off x="4924218" y="2454551"/>
            <a:ext cx="395295" cy="37556"/>
          </a:xfrm>
          <a:custGeom>
            <a:avLst/>
            <a:gdLst/>
            <a:ahLst/>
            <a:cxnLst/>
            <a:rect l="l" t="t" r="r" b="b"/>
            <a:pathLst>
              <a:path w="490109" h="46565">
                <a:moveTo>
                  <a:pt x="482715" y="46566"/>
                </a:moveTo>
                <a:lnTo>
                  <a:pt x="7395" y="46566"/>
                </a:lnTo>
                <a:cubicBezTo>
                  <a:pt x="3331" y="46566"/>
                  <a:pt x="0" y="43235"/>
                  <a:pt x="0" y="39171"/>
                </a:cubicBezTo>
                <a:lnTo>
                  <a:pt x="0" y="7395"/>
                </a:lnTo>
                <a:cubicBezTo>
                  <a:pt x="0" y="3331"/>
                  <a:pt x="3331" y="0"/>
                  <a:pt x="7395" y="0"/>
                </a:cubicBezTo>
                <a:lnTo>
                  <a:pt x="482715" y="0"/>
                </a:lnTo>
                <a:cubicBezTo>
                  <a:pt x="486778" y="0"/>
                  <a:pt x="490109" y="3331"/>
                  <a:pt x="490109" y="7395"/>
                </a:cubicBezTo>
                <a:lnTo>
                  <a:pt x="490109" y="39171"/>
                </a:lnTo>
                <a:cubicBezTo>
                  <a:pt x="490109" y="43302"/>
                  <a:pt x="486778" y="46566"/>
                  <a:pt x="482715" y="46566"/>
                </a:cubicBezTo>
                <a:close/>
              </a:path>
            </a:pathLst>
          </a:custGeom>
          <a:solidFill>
            <a:srgbClr val="ADD3D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6" name="Freeform 66"/>
          <p:cNvSpPr/>
          <p:nvPr/>
        </p:nvSpPr>
        <p:spPr>
          <a:xfrm>
            <a:off x="4924218" y="2514139"/>
            <a:ext cx="241463" cy="37556"/>
          </a:xfrm>
          <a:custGeom>
            <a:avLst/>
            <a:gdLst/>
            <a:ahLst/>
            <a:cxnLst/>
            <a:rect l="l" t="t" r="r" b="b"/>
            <a:pathLst>
              <a:path w="299381" h="46565">
                <a:moveTo>
                  <a:pt x="291987" y="46566"/>
                </a:moveTo>
                <a:lnTo>
                  <a:pt x="7395" y="46566"/>
                </a:lnTo>
                <a:cubicBezTo>
                  <a:pt x="3331" y="46566"/>
                  <a:pt x="0" y="43235"/>
                  <a:pt x="0" y="39171"/>
                </a:cubicBezTo>
                <a:lnTo>
                  <a:pt x="0" y="7395"/>
                </a:lnTo>
                <a:cubicBezTo>
                  <a:pt x="0" y="3331"/>
                  <a:pt x="3331" y="0"/>
                  <a:pt x="7395" y="0"/>
                </a:cubicBezTo>
                <a:lnTo>
                  <a:pt x="291987" y="0"/>
                </a:lnTo>
                <a:cubicBezTo>
                  <a:pt x="296051" y="0"/>
                  <a:pt x="299382" y="3331"/>
                  <a:pt x="299382" y="7395"/>
                </a:cubicBezTo>
                <a:lnTo>
                  <a:pt x="299382" y="39171"/>
                </a:lnTo>
                <a:cubicBezTo>
                  <a:pt x="299382" y="43235"/>
                  <a:pt x="296051" y="46566"/>
                  <a:pt x="291987" y="46566"/>
                </a:cubicBezTo>
                <a:close/>
              </a:path>
            </a:pathLst>
          </a:custGeom>
          <a:solidFill>
            <a:srgbClr val="ADD3DB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7" name="Freeform 67"/>
          <p:cNvSpPr/>
          <p:nvPr/>
        </p:nvSpPr>
        <p:spPr>
          <a:xfrm>
            <a:off x="5247461" y="2880688"/>
            <a:ext cx="144104" cy="144104"/>
          </a:xfrm>
          <a:custGeom>
            <a:avLst/>
            <a:gdLst/>
            <a:ahLst/>
            <a:cxnLst/>
            <a:rect l="l" t="t" r="r" b="b"/>
            <a:pathLst>
              <a:path w="178669" h="178669">
                <a:moveTo>
                  <a:pt x="178670" y="89335"/>
                </a:moveTo>
                <a:cubicBezTo>
                  <a:pt x="178670" y="138673"/>
                  <a:pt x="138673" y="178670"/>
                  <a:pt x="89335" y="178670"/>
                </a:cubicBezTo>
                <a:cubicBezTo>
                  <a:pt x="39997" y="178670"/>
                  <a:pt x="0" y="138673"/>
                  <a:pt x="0" y="89335"/>
                </a:cubicBezTo>
                <a:cubicBezTo>
                  <a:pt x="0" y="39997"/>
                  <a:pt x="39997" y="0"/>
                  <a:pt x="89335" y="0"/>
                </a:cubicBezTo>
                <a:cubicBezTo>
                  <a:pt x="138673" y="0"/>
                  <a:pt x="178670" y="39997"/>
                  <a:pt x="178670" y="89335"/>
                </a:cubicBezTo>
                <a:close/>
              </a:path>
            </a:pathLst>
          </a:custGeom>
          <a:solidFill>
            <a:srgbClr val="3C914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8" name="Freeform 68"/>
          <p:cNvSpPr/>
          <p:nvPr/>
        </p:nvSpPr>
        <p:spPr>
          <a:xfrm>
            <a:off x="5236446" y="2864999"/>
            <a:ext cx="144104" cy="144104"/>
          </a:xfrm>
          <a:custGeom>
            <a:avLst/>
            <a:gdLst/>
            <a:ahLst/>
            <a:cxnLst/>
            <a:rect l="l" t="t" r="r" b="b"/>
            <a:pathLst>
              <a:path w="178669" h="178669">
                <a:moveTo>
                  <a:pt x="178670" y="89335"/>
                </a:moveTo>
                <a:cubicBezTo>
                  <a:pt x="178670" y="138673"/>
                  <a:pt x="138673" y="178670"/>
                  <a:pt x="89335" y="178670"/>
                </a:cubicBezTo>
                <a:cubicBezTo>
                  <a:pt x="39997" y="178670"/>
                  <a:pt x="0" y="138673"/>
                  <a:pt x="0" y="89335"/>
                </a:cubicBezTo>
                <a:cubicBezTo>
                  <a:pt x="0" y="39997"/>
                  <a:pt x="39997" y="0"/>
                  <a:pt x="89335" y="0"/>
                </a:cubicBezTo>
                <a:cubicBezTo>
                  <a:pt x="138673" y="0"/>
                  <a:pt x="178670" y="39997"/>
                  <a:pt x="178670" y="89335"/>
                </a:cubicBez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9" name="Freeform 69"/>
          <p:cNvSpPr/>
          <p:nvPr/>
        </p:nvSpPr>
        <p:spPr>
          <a:xfrm>
            <a:off x="6889895" y="2303300"/>
            <a:ext cx="1587145" cy="140558"/>
          </a:xfrm>
          <a:custGeom>
            <a:avLst/>
            <a:gdLst/>
            <a:ahLst/>
            <a:cxnLst/>
            <a:rect l="l" t="t" r="r" b="b"/>
            <a:pathLst>
              <a:path w="1967831" h="174272">
                <a:moveTo>
                  <a:pt x="1967832" y="174273"/>
                </a:moveTo>
                <a:lnTo>
                  <a:pt x="0" y="174273"/>
                </a:lnTo>
                <a:lnTo>
                  <a:pt x="0" y="45500"/>
                </a:lnTo>
                <a:cubicBezTo>
                  <a:pt x="0" y="20385"/>
                  <a:pt x="20385" y="0"/>
                  <a:pt x="45500" y="0"/>
                </a:cubicBezTo>
                <a:lnTo>
                  <a:pt x="1922332" y="0"/>
                </a:lnTo>
                <a:cubicBezTo>
                  <a:pt x="1947447" y="0"/>
                  <a:pt x="1967832" y="20385"/>
                  <a:pt x="1967832" y="45500"/>
                </a:cubicBezTo>
                <a:lnTo>
                  <a:pt x="1967832" y="174273"/>
                </a:lnTo>
                <a:close/>
              </a:path>
            </a:pathLst>
          </a:custGeom>
          <a:solidFill>
            <a:srgbClr val="DEF0F4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0" name="Freeform 70"/>
          <p:cNvSpPr/>
          <p:nvPr/>
        </p:nvSpPr>
        <p:spPr>
          <a:xfrm>
            <a:off x="7912816" y="2247903"/>
            <a:ext cx="112618" cy="112620"/>
          </a:xfrm>
          <a:custGeom>
            <a:avLst/>
            <a:gdLst/>
            <a:ahLst/>
            <a:cxnLst/>
            <a:rect l="l" t="t" r="r" b="b"/>
            <a:pathLst>
              <a:path w="139631" h="139631">
                <a:moveTo>
                  <a:pt x="139632" y="69816"/>
                </a:moveTo>
                <a:cubicBezTo>
                  <a:pt x="139632" y="108374"/>
                  <a:pt x="108374" y="139632"/>
                  <a:pt x="69816" y="139632"/>
                </a:cubicBezTo>
                <a:cubicBezTo>
                  <a:pt x="31258" y="139632"/>
                  <a:pt x="0" y="108374"/>
                  <a:pt x="0" y="69816"/>
                </a:cubicBezTo>
                <a:cubicBezTo>
                  <a:pt x="0" y="31258"/>
                  <a:pt x="31258" y="0"/>
                  <a:pt x="69816" y="0"/>
                </a:cubicBezTo>
                <a:cubicBezTo>
                  <a:pt x="108374" y="0"/>
                  <a:pt x="139632" y="31258"/>
                  <a:pt x="139632" y="69816"/>
                </a:cubicBezTo>
                <a:close/>
              </a:path>
            </a:pathLst>
          </a:custGeom>
          <a:solidFill>
            <a:srgbClr val="FFCE00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1" name="Freeform 71"/>
          <p:cNvSpPr/>
          <p:nvPr/>
        </p:nvSpPr>
        <p:spPr>
          <a:xfrm>
            <a:off x="8078951" y="2247903"/>
            <a:ext cx="112618" cy="112620"/>
          </a:xfrm>
          <a:custGeom>
            <a:avLst/>
            <a:gdLst/>
            <a:ahLst/>
            <a:cxnLst/>
            <a:rect l="l" t="t" r="r" b="b"/>
            <a:pathLst>
              <a:path w="139631" h="139631">
                <a:moveTo>
                  <a:pt x="139631" y="69816"/>
                </a:moveTo>
                <a:cubicBezTo>
                  <a:pt x="139631" y="108374"/>
                  <a:pt x="108374" y="139632"/>
                  <a:pt x="69816" y="139632"/>
                </a:cubicBezTo>
                <a:cubicBezTo>
                  <a:pt x="31257" y="139632"/>
                  <a:pt x="0" y="108374"/>
                  <a:pt x="0" y="69816"/>
                </a:cubicBezTo>
                <a:cubicBezTo>
                  <a:pt x="0" y="31258"/>
                  <a:pt x="31258" y="0"/>
                  <a:pt x="69816" y="0"/>
                </a:cubicBezTo>
                <a:cubicBezTo>
                  <a:pt x="108374" y="0"/>
                  <a:pt x="139631" y="31258"/>
                  <a:pt x="139631" y="6981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2" name="Freeform 72"/>
          <p:cNvSpPr/>
          <p:nvPr/>
        </p:nvSpPr>
        <p:spPr>
          <a:xfrm>
            <a:off x="8245142" y="2247903"/>
            <a:ext cx="112618" cy="112618"/>
          </a:xfrm>
          <a:custGeom>
            <a:avLst/>
            <a:gdLst/>
            <a:ahLst/>
            <a:cxnLst/>
            <a:rect l="l" t="t" r="r" b="b"/>
            <a:pathLst>
              <a:path w="139631" h="139631">
                <a:moveTo>
                  <a:pt x="139631" y="69816"/>
                </a:moveTo>
                <a:cubicBezTo>
                  <a:pt x="139631" y="108374"/>
                  <a:pt x="108374" y="139632"/>
                  <a:pt x="69816" y="139632"/>
                </a:cubicBezTo>
                <a:cubicBezTo>
                  <a:pt x="31257" y="139632"/>
                  <a:pt x="0" y="108374"/>
                  <a:pt x="0" y="69816"/>
                </a:cubicBezTo>
                <a:cubicBezTo>
                  <a:pt x="0" y="31258"/>
                  <a:pt x="31258" y="0"/>
                  <a:pt x="69816" y="0"/>
                </a:cubicBezTo>
                <a:cubicBezTo>
                  <a:pt x="108374" y="0"/>
                  <a:pt x="139631" y="31258"/>
                  <a:pt x="139631" y="698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3" name="Freeform 73"/>
          <p:cNvSpPr/>
          <p:nvPr/>
        </p:nvSpPr>
        <p:spPr>
          <a:xfrm>
            <a:off x="6214343" y="3602340"/>
            <a:ext cx="217072" cy="171506"/>
          </a:xfrm>
          <a:custGeom>
            <a:avLst/>
            <a:gdLst/>
            <a:ahLst/>
            <a:cxnLst/>
            <a:rect l="l" t="t" r="r" b="b"/>
            <a:pathLst>
              <a:path w="269137" h="212644">
                <a:moveTo>
                  <a:pt x="226835" y="212645"/>
                </a:moveTo>
                <a:lnTo>
                  <a:pt x="42302" y="212645"/>
                </a:lnTo>
                <a:cubicBezTo>
                  <a:pt x="18920" y="212645"/>
                  <a:pt x="0" y="193725"/>
                  <a:pt x="0" y="170342"/>
                </a:cubicBezTo>
                <a:lnTo>
                  <a:pt x="0" y="0"/>
                </a:lnTo>
                <a:lnTo>
                  <a:pt x="269137" y="0"/>
                </a:lnTo>
                <a:lnTo>
                  <a:pt x="269137" y="170342"/>
                </a:lnTo>
                <a:cubicBezTo>
                  <a:pt x="269204" y="193659"/>
                  <a:pt x="250218" y="212645"/>
                  <a:pt x="226835" y="212645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74" name="Group 74"/>
          <p:cNvGrpSpPr/>
          <p:nvPr/>
        </p:nvGrpSpPr>
        <p:grpSpPr>
          <a:xfrm>
            <a:off x="5617538" y="3711572"/>
            <a:ext cx="1057013" cy="650353"/>
            <a:chOff x="5659962" y="3975400"/>
            <a:chExt cx="1310545" cy="806345"/>
          </a:xfrm>
        </p:grpSpPr>
        <p:sp>
          <p:nvSpPr>
            <p:cNvPr id="75" name="Freeform 75"/>
            <p:cNvSpPr/>
            <p:nvPr/>
          </p:nvSpPr>
          <p:spPr>
            <a:xfrm>
              <a:off x="5659962" y="3975400"/>
              <a:ext cx="1310545" cy="741259"/>
            </a:xfrm>
            <a:custGeom>
              <a:avLst/>
              <a:gdLst/>
              <a:ahLst/>
              <a:cxnLst/>
              <a:rect l="l" t="t" r="r" b="b"/>
              <a:pathLst>
                <a:path w="1310545" h="741259">
                  <a:moveTo>
                    <a:pt x="41859" y="0"/>
                  </a:moveTo>
                  <a:cubicBezTo>
                    <a:pt x="1267299" y="0"/>
                    <a:pt x="1267299" y="0"/>
                    <a:pt x="1267299" y="0"/>
                  </a:cubicBezTo>
                  <a:cubicBezTo>
                    <a:pt x="1294079" y="0"/>
                    <a:pt x="1313665" y="23183"/>
                    <a:pt x="1310134" y="49897"/>
                  </a:cubicBezTo>
                  <a:cubicBezTo>
                    <a:pt x="1179895" y="741260"/>
                    <a:pt x="1179895" y="741260"/>
                    <a:pt x="1179895" y="741260"/>
                  </a:cubicBezTo>
                  <a:cubicBezTo>
                    <a:pt x="115005" y="741260"/>
                    <a:pt x="115005" y="741260"/>
                    <a:pt x="115005" y="741260"/>
                  </a:cubicBezTo>
                  <a:cubicBezTo>
                    <a:pt x="822" y="49897"/>
                    <a:pt x="822" y="49897"/>
                    <a:pt x="822" y="49897"/>
                  </a:cubicBezTo>
                  <a:cubicBezTo>
                    <a:pt x="-4508" y="23116"/>
                    <a:pt x="16877" y="0"/>
                    <a:pt x="41859" y="0"/>
                  </a:cubicBezTo>
                  <a:lnTo>
                    <a:pt x="41859" y="0"/>
                  </a:lnTo>
                  <a:close/>
                </a:path>
              </a:pathLst>
            </a:custGeom>
            <a:solidFill>
              <a:srgbClr val="DEF0F4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76" name="Freeform 76"/>
            <p:cNvSpPr/>
            <p:nvPr/>
          </p:nvSpPr>
          <p:spPr>
            <a:xfrm>
              <a:off x="5775233" y="4716660"/>
              <a:ext cx="1066555" cy="65085"/>
            </a:xfrm>
            <a:custGeom>
              <a:avLst/>
              <a:gdLst/>
              <a:ahLst/>
              <a:cxnLst/>
              <a:rect l="l" t="t" r="r" b="b"/>
              <a:pathLst>
                <a:path w="1066555" h="65085">
                  <a:moveTo>
                    <a:pt x="1023787" y="65086"/>
                  </a:moveTo>
                  <a:cubicBezTo>
                    <a:pt x="42835" y="65086"/>
                    <a:pt x="42835" y="65086"/>
                    <a:pt x="42835" y="65086"/>
                  </a:cubicBezTo>
                  <a:cubicBezTo>
                    <a:pt x="17854" y="65086"/>
                    <a:pt x="0" y="47032"/>
                    <a:pt x="0" y="217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66556" y="0"/>
                    <a:pt x="1066556" y="0"/>
                    <a:pt x="1066556" y="0"/>
                  </a:cubicBezTo>
                  <a:cubicBezTo>
                    <a:pt x="1066556" y="21717"/>
                    <a:pt x="1066556" y="21717"/>
                    <a:pt x="1066556" y="21717"/>
                  </a:cubicBezTo>
                  <a:cubicBezTo>
                    <a:pt x="1066622" y="46966"/>
                    <a:pt x="1046970" y="65086"/>
                    <a:pt x="1023787" y="65086"/>
                  </a:cubicBezTo>
                  <a:lnTo>
                    <a:pt x="1023787" y="65086"/>
                  </a:lnTo>
                  <a:close/>
                </a:path>
              </a:pathLst>
            </a:custGeom>
            <a:solidFill>
              <a:srgbClr val="ADD3DB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77" name="Freeform 77"/>
          <p:cNvSpPr/>
          <p:nvPr/>
        </p:nvSpPr>
        <p:spPr>
          <a:xfrm>
            <a:off x="6063338" y="3937442"/>
            <a:ext cx="165381" cy="165381"/>
          </a:xfrm>
          <a:custGeom>
            <a:avLst/>
            <a:gdLst/>
            <a:ahLst/>
            <a:cxnLst/>
            <a:rect l="l" t="t" r="r" b="b"/>
            <a:pathLst>
              <a:path w="205050" h="205050">
                <a:moveTo>
                  <a:pt x="205050" y="102525"/>
                </a:moveTo>
                <a:cubicBezTo>
                  <a:pt x="205050" y="159148"/>
                  <a:pt x="159148" y="205051"/>
                  <a:pt x="102525" y="205051"/>
                </a:cubicBezTo>
                <a:cubicBezTo>
                  <a:pt x="45902" y="205051"/>
                  <a:pt x="0" y="159148"/>
                  <a:pt x="0" y="102525"/>
                </a:cubicBezTo>
                <a:cubicBezTo>
                  <a:pt x="0" y="45902"/>
                  <a:pt x="45902" y="0"/>
                  <a:pt x="102525" y="0"/>
                </a:cubicBezTo>
                <a:cubicBezTo>
                  <a:pt x="159148" y="0"/>
                  <a:pt x="205050" y="45902"/>
                  <a:pt x="205050" y="102525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8" name="TextBox 7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Goal and Technique</a:t>
            </a:r>
            <a:endParaRPr lang="en-US" sz="110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717">
                <a:lumMod val="40000"/>
                <a:lumOff val="60000"/>
              </a:srgbClr>
            </a:gs>
            <a:gs pos="100000">
              <a:srgbClr val="FFC717">
                <a:alpha val="0"/>
                <a:lumMod val="20000"/>
                <a:lumOff val="8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85288" y="4687935"/>
            <a:ext cx="1694838" cy="1243242"/>
          </a:xfrm>
          <a:custGeom>
            <a:avLst/>
            <a:gdLst/>
            <a:ahLst/>
            <a:cxnLst/>
            <a:rect l="l" t="t" r="r" b="b"/>
            <a:pathLst>
              <a:path w="2841776" h="2084573">
                <a:moveTo>
                  <a:pt x="0" y="0"/>
                </a:moveTo>
                <a:lnTo>
                  <a:pt x="2841777" y="0"/>
                </a:lnTo>
                <a:lnTo>
                  <a:pt x="2841777" y="2084573"/>
                </a:lnTo>
                <a:lnTo>
                  <a:pt x="0" y="2084573"/>
                </a:lnTo>
                <a:close/>
              </a:path>
            </a:pathLst>
          </a:custGeom>
          <a:solidFill>
            <a:srgbClr val="FBC34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428635" y="4969367"/>
            <a:ext cx="451562" cy="18556"/>
          </a:xfrm>
          <a:custGeom>
            <a:avLst/>
            <a:gdLst/>
            <a:ahLst/>
            <a:cxnLst/>
            <a:rect l="l" t="t" r="r" b="b"/>
            <a:pathLst>
              <a:path w="757144" h="31113">
                <a:moveTo>
                  <a:pt x="0" y="0"/>
                </a:moveTo>
                <a:lnTo>
                  <a:pt x="757145" y="0"/>
                </a:lnTo>
                <a:lnTo>
                  <a:pt x="757145" y="31114"/>
                </a:lnTo>
                <a:lnTo>
                  <a:pt x="0" y="31114"/>
                </a:lnTo>
                <a:close/>
              </a:path>
            </a:pathLst>
          </a:custGeom>
          <a:solidFill>
            <a:srgbClr val="E49B3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0094585" y="5649850"/>
            <a:ext cx="785576" cy="18556"/>
          </a:xfrm>
          <a:custGeom>
            <a:avLst/>
            <a:gdLst/>
            <a:ahLst/>
            <a:cxnLst/>
            <a:rect l="l" t="t" r="r" b="b"/>
            <a:pathLst>
              <a:path w="1317194" h="31113">
                <a:moveTo>
                  <a:pt x="0" y="0"/>
                </a:moveTo>
                <a:lnTo>
                  <a:pt x="1317195" y="0"/>
                </a:lnTo>
                <a:lnTo>
                  <a:pt x="1317195" y="31114"/>
                </a:lnTo>
                <a:lnTo>
                  <a:pt x="0" y="31114"/>
                </a:lnTo>
                <a:close/>
              </a:path>
            </a:pathLst>
          </a:custGeom>
          <a:solidFill>
            <a:srgbClr val="E49B3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9185324" y="4687970"/>
            <a:ext cx="844893" cy="1233805"/>
          </a:xfrm>
          <a:custGeom>
            <a:avLst/>
            <a:gdLst/>
            <a:ahLst/>
            <a:cxnLst/>
            <a:rect l="l" t="t" r="r" b="b"/>
            <a:pathLst>
              <a:path w="1416653" h="2068751">
                <a:moveTo>
                  <a:pt x="1416653" y="755262"/>
                </a:moveTo>
                <a:cubicBezTo>
                  <a:pt x="1416653" y="995175"/>
                  <a:pt x="1380540" y="1236322"/>
                  <a:pt x="1307137" y="1470647"/>
                </a:cubicBezTo>
                <a:cubicBezTo>
                  <a:pt x="1195445" y="1826663"/>
                  <a:pt x="865896" y="2068752"/>
                  <a:pt x="493176" y="2068752"/>
                </a:cubicBezTo>
                <a:lnTo>
                  <a:pt x="0" y="2068752"/>
                </a:lnTo>
                <a:lnTo>
                  <a:pt x="0" y="0"/>
                </a:lnTo>
                <a:lnTo>
                  <a:pt x="1294433" y="0"/>
                </a:lnTo>
                <a:cubicBezTo>
                  <a:pt x="1375247" y="243383"/>
                  <a:pt x="1416653" y="498528"/>
                  <a:pt x="1416653" y="755262"/>
                </a:cubicBezTo>
                <a:close/>
              </a:path>
            </a:pathLst>
          </a:custGeom>
          <a:solidFill>
            <a:srgbClr val="E49B3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914430" y="5630135"/>
            <a:ext cx="1565681" cy="301041"/>
          </a:xfrm>
          <a:custGeom>
            <a:avLst/>
            <a:gdLst/>
            <a:ahLst/>
            <a:cxnLst/>
            <a:rect l="l" t="t" r="r" b="b"/>
            <a:pathLst>
              <a:path w="2625214" h="504763">
                <a:moveTo>
                  <a:pt x="2625214" y="141277"/>
                </a:moveTo>
                <a:lnTo>
                  <a:pt x="2625214" y="363486"/>
                </a:lnTo>
                <a:cubicBezTo>
                  <a:pt x="2625214" y="441595"/>
                  <a:pt x="2562045" y="504763"/>
                  <a:pt x="2483937" y="504763"/>
                </a:cubicBezTo>
                <a:lnTo>
                  <a:pt x="141277" y="504763"/>
                </a:lnTo>
                <a:cubicBezTo>
                  <a:pt x="63169" y="504763"/>
                  <a:pt x="0" y="441595"/>
                  <a:pt x="0" y="363486"/>
                </a:cubicBezTo>
                <a:lnTo>
                  <a:pt x="0" y="141277"/>
                </a:lnTo>
                <a:cubicBezTo>
                  <a:pt x="0" y="63169"/>
                  <a:pt x="63169" y="0"/>
                  <a:pt x="141277" y="0"/>
                </a:cubicBezTo>
                <a:lnTo>
                  <a:pt x="2483996" y="0"/>
                </a:lnTo>
                <a:cubicBezTo>
                  <a:pt x="2562045" y="0"/>
                  <a:pt x="2625214" y="63169"/>
                  <a:pt x="2625214" y="141277"/>
                </a:cubicBezTo>
                <a:close/>
              </a:path>
            </a:pathLst>
          </a:custGeom>
          <a:solidFill>
            <a:srgbClr val="FBC34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741284" y="5328954"/>
            <a:ext cx="1565681" cy="301216"/>
          </a:xfrm>
          <a:custGeom>
            <a:avLst/>
            <a:gdLst/>
            <a:ahLst/>
            <a:cxnLst/>
            <a:rect l="l" t="t" r="r" b="b"/>
            <a:pathLst>
              <a:path w="2625214" h="505056">
                <a:moveTo>
                  <a:pt x="2625214" y="141277"/>
                </a:moveTo>
                <a:lnTo>
                  <a:pt x="2625214" y="363780"/>
                </a:lnTo>
                <a:cubicBezTo>
                  <a:pt x="2625214" y="441888"/>
                  <a:pt x="2561751" y="505057"/>
                  <a:pt x="2483937" y="505057"/>
                </a:cubicBezTo>
                <a:lnTo>
                  <a:pt x="141277" y="505057"/>
                </a:lnTo>
                <a:cubicBezTo>
                  <a:pt x="63169" y="505057"/>
                  <a:pt x="0" y="441888"/>
                  <a:pt x="0" y="363780"/>
                </a:cubicBezTo>
                <a:lnTo>
                  <a:pt x="0" y="141277"/>
                </a:lnTo>
                <a:cubicBezTo>
                  <a:pt x="0" y="63463"/>
                  <a:pt x="63169" y="0"/>
                  <a:pt x="141277" y="0"/>
                </a:cubicBezTo>
                <a:lnTo>
                  <a:pt x="2483996" y="0"/>
                </a:lnTo>
                <a:cubicBezTo>
                  <a:pt x="2561751" y="0"/>
                  <a:pt x="2625214" y="63463"/>
                  <a:pt x="2625214" y="141277"/>
                </a:cubicBezTo>
                <a:close/>
              </a:path>
            </a:pathLst>
          </a:custGeom>
          <a:solidFill>
            <a:srgbClr val="FBC34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218418" y="5328954"/>
            <a:ext cx="1261693" cy="602222"/>
          </a:xfrm>
          <a:custGeom>
            <a:avLst/>
            <a:gdLst/>
            <a:ahLst/>
            <a:cxnLst/>
            <a:rect l="l" t="t" r="r" b="b"/>
            <a:pathLst>
              <a:path w="2115510" h="1009761">
                <a:moveTo>
                  <a:pt x="2115511" y="646275"/>
                </a:moveTo>
                <a:lnTo>
                  <a:pt x="2115511" y="868484"/>
                </a:lnTo>
                <a:cubicBezTo>
                  <a:pt x="2115511" y="946593"/>
                  <a:pt x="2052342" y="1009761"/>
                  <a:pt x="1974234" y="1009761"/>
                </a:cubicBezTo>
                <a:lnTo>
                  <a:pt x="294318" y="1009761"/>
                </a:lnTo>
                <a:cubicBezTo>
                  <a:pt x="178273" y="866602"/>
                  <a:pt x="107340" y="682094"/>
                  <a:pt x="64698" y="505057"/>
                </a:cubicBezTo>
                <a:cubicBezTo>
                  <a:pt x="15528" y="302140"/>
                  <a:pt x="2764" y="109575"/>
                  <a:pt x="0" y="0"/>
                </a:cubicBezTo>
                <a:lnTo>
                  <a:pt x="1683974" y="0"/>
                </a:lnTo>
                <a:cubicBezTo>
                  <a:pt x="1761789" y="0"/>
                  <a:pt x="1825252" y="63463"/>
                  <a:pt x="1825252" y="141277"/>
                </a:cubicBezTo>
                <a:lnTo>
                  <a:pt x="1825252" y="363780"/>
                </a:lnTo>
                <a:cubicBezTo>
                  <a:pt x="1825252" y="441888"/>
                  <a:pt x="1761789" y="505057"/>
                  <a:pt x="1683974" y="505057"/>
                </a:cubicBezTo>
                <a:lnTo>
                  <a:pt x="1974292" y="505057"/>
                </a:lnTo>
                <a:cubicBezTo>
                  <a:pt x="2052342" y="504998"/>
                  <a:pt x="2115511" y="568167"/>
                  <a:pt x="2115511" y="646275"/>
                </a:cubicBezTo>
                <a:close/>
              </a:path>
            </a:pathLst>
          </a:custGeom>
          <a:solidFill>
            <a:srgbClr val="E49B3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044019" y="3196861"/>
            <a:ext cx="1170420" cy="583005"/>
          </a:xfrm>
          <a:custGeom>
            <a:avLst/>
            <a:gdLst/>
            <a:ahLst/>
            <a:cxnLst/>
            <a:rect l="l" t="t" r="r" b="b"/>
            <a:pathLst>
              <a:path w="1962470" h="977539">
                <a:moveTo>
                  <a:pt x="1962470" y="81941"/>
                </a:moveTo>
                <a:lnTo>
                  <a:pt x="1773317" y="662930"/>
                </a:lnTo>
                <a:lnTo>
                  <a:pt x="1759318" y="705866"/>
                </a:lnTo>
                <a:lnTo>
                  <a:pt x="1671564" y="975657"/>
                </a:lnTo>
                <a:lnTo>
                  <a:pt x="1670917" y="977539"/>
                </a:lnTo>
                <a:lnTo>
                  <a:pt x="1388069" y="971305"/>
                </a:lnTo>
                <a:lnTo>
                  <a:pt x="302728" y="946719"/>
                </a:lnTo>
                <a:lnTo>
                  <a:pt x="223385" y="719570"/>
                </a:lnTo>
                <a:lnTo>
                  <a:pt x="210034" y="681633"/>
                </a:lnTo>
                <a:lnTo>
                  <a:pt x="0" y="81941"/>
                </a:lnTo>
                <a:cubicBezTo>
                  <a:pt x="651569" y="307561"/>
                  <a:pt x="1188622" y="-185674"/>
                  <a:pt x="1962470" y="81941"/>
                </a:cubicBezTo>
                <a:close/>
              </a:path>
            </a:pathLst>
          </a:custGeom>
          <a:solidFill>
            <a:srgbClr val="FBC34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8177245" y="3617726"/>
            <a:ext cx="915997" cy="161016"/>
          </a:xfrm>
          <a:custGeom>
            <a:avLst/>
            <a:gdLst/>
            <a:ahLst/>
            <a:cxnLst/>
            <a:rect l="l" t="t" r="r" b="b"/>
            <a:pathLst>
              <a:path w="1535874" h="269980">
                <a:moveTo>
                  <a:pt x="1535875" y="190"/>
                </a:moveTo>
                <a:lnTo>
                  <a:pt x="1448120" y="269981"/>
                </a:lnTo>
                <a:lnTo>
                  <a:pt x="1164684" y="265629"/>
                </a:lnTo>
                <a:lnTo>
                  <a:pt x="79344" y="241043"/>
                </a:lnTo>
                <a:lnTo>
                  <a:pt x="0" y="13894"/>
                </a:lnTo>
                <a:cubicBezTo>
                  <a:pt x="373073" y="7307"/>
                  <a:pt x="1014996" y="-1398"/>
                  <a:pt x="1535875" y="190"/>
                </a:cubicBezTo>
                <a:close/>
              </a:path>
            </a:pathLst>
          </a:custGeom>
          <a:solidFill>
            <a:srgbClr val="E49B31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7357574" y="3770745"/>
            <a:ext cx="2524175" cy="2160431"/>
          </a:xfrm>
          <a:custGeom>
            <a:avLst/>
            <a:gdLst/>
            <a:ahLst/>
            <a:cxnLst/>
            <a:rect l="l" t="t" r="r" b="b"/>
            <a:pathLst>
              <a:path w="4232345" h="3622447">
                <a:moveTo>
                  <a:pt x="4122799" y="3024343"/>
                </a:moveTo>
                <a:cubicBezTo>
                  <a:pt x="4067100" y="3202321"/>
                  <a:pt x="3956643" y="3351715"/>
                  <a:pt x="3813836" y="3456879"/>
                </a:cubicBezTo>
                <a:cubicBezTo>
                  <a:pt x="3670677" y="3562043"/>
                  <a:pt x="3495228" y="3622448"/>
                  <a:pt x="3308838" y="3622448"/>
                </a:cubicBezTo>
                <a:lnTo>
                  <a:pt x="850721" y="3622448"/>
                </a:lnTo>
                <a:cubicBezTo>
                  <a:pt x="495411" y="3622448"/>
                  <a:pt x="183625" y="3385006"/>
                  <a:pt x="88989" y="3042105"/>
                </a:cubicBezTo>
                <a:cubicBezTo>
                  <a:pt x="34525" y="2843894"/>
                  <a:pt x="5293" y="2642859"/>
                  <a:pt x="647" y="2442766"/>
                </a:cubicBezTo>
                <a:cubicBezTo>
                  <a:pt x="353" y="2423474"/>
                  <a:pt x="0" y="2404182"/>
                  <a:pt x="0" y="2384890"/>
                </a:cubicBezTo>
                <a:cubicBezTo>
                  <a:pt x="0" y="2362069"/>
                  <a:pt x="294" y="2339307"/>
                  <a:pt x="941" y="2316545"/>
                </a:cubicBezTo>
                <a:cubicBezTo>
                  <a:pt x="20997" y="1591338"/>
                  <a:pt x="375367" y="915949"/>
                  <a:pt x="944063" y="465591"/>
                </a:cubicBezTo>
                <a:lnTo>
                  <a:pt x="1532110" y="0"/>
                </a:lnTo>
                <a:lnTo>
                  <a:pt x="2877831" y="31114"/>
                </a:lnTo>
                <a:lnTo>
                  <a:pt x="3617566" y="738970"/>
                </a:lnTo>
                <a:cubicBezTo>
                  <a:pt x="3721612" y="838546"/>
                  <a:pt x="3814307" y="949827"/>
                  <a:pt x="3888710" y="1073165"/>
                </a:cubicBezTo>
                <a:cubicBezTo>
                  <a:pt x="3977876" y="1220971"/>
                  <a:pt x="4050043" y="1376952"/>
                  <a:pt x="4104743" y="1538110"/>
                </a:cubicBezTo>
                <a:cubicBezTo>
                  <a:pt x="4266253" y="2012994"/>
                  <a:pt x="4276840" y="2533284"/>
                  <a:pt x="4122799" y="3024343"/>
                </a:cubicBezTo>
                <a:close/>
              </a:path>
            </a:pathLst>
          </a:custGeom>
          <a:solidFill>
            <a:srgbClr val="FBC34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7986035" y="3713462"/>
            <a:ext cx="1306102" cy="207102"/>
          </a:xfrm>
          <a:custGeom>
            <a:avLst/>
            <a:gdLst/>
            <a:ahLst/>
            <a:cxnLst/>
            <a:rect l="l" t="t" r="r" b="b"/>
            <a:pathLst>
              <a:path w="2189972" h="347252">
                <a:moveTo>
                  <a:pt x="2046813" y="347252"/>
                </a:moveTo>
                <a:lnTo>
                  <a:pt x="143159" y="347252"/>
                </a:lnTo>
                <a:cubicBezTo>
                  <a:pt x="64404" y="347252"/>
                  <a:pt x="0" y="282849"/>
                  <a:pt x="0" y="204093"/>
                </a:cubicBezTo>
                <a:lnTo>
                  <a:pt x="0" y="143159"/>
                </a:lnTo>
                <a:cubicBezTo>
                  <a:pt x="0" y="64404"/>
                  <a:pt x="64404" y="0"/>
                  <a:pt x="143159" y="0"/>
                </a:cubicBezTo>
                <a:lnTo>
                  <a:pt x="2046813" y="0"/>
                </a:lnTo>
                <a:cubicBezTo>
                  <a:pt x="2125568" y="0"/>
                  <a:pt x="2189972" y="64404"/>
                  <a:pt x="2189972" y="143159"/>
                </a:cubicBezTo>
                <a:lnTo>
                  <a:pt x="2189972" y="204093"/>
                </a:lnTo>
                <a:cubicBezTo>
                  <a:pt x="2189972" y="282849"/>
                  <a:pt x="2125568" y="347252"/>
                  <a:pt x="2046813" y="347252"/>
                </a:cubicBezTo>
                <a:close/>
              </a:path>
            </a:pathLst>
          </a:custGeom>
          <a:solidFill>
            <a:srgbClr val="ED7545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7357959" y="4688110"/>
            <a:ext cx="2523789" cy="1243066"/>
          </a:xfrm>
          <a:custGeom>
            <a:avLst/>
            <a:gdLst/>
            <a:ahLst/>
            <a:cxnLst/>
            <a:rect l="l" t="t" r="r" b="b"/>
            <a:pathLst>
              <a:path w="4231698" h="2084279">
                <a:moveTo>
                  <a:pt x="4122152" y="1486174"/>
                </a:moveTo>
                <a:cubicBezTo>
                  <a:pt x="4066453" y="1664153"/>
                  <a:pt x="3955996" y="1813547"/>
                  <a:pt x="3813189" y="1918711"/>
                </a:cubicBezTo>
                <a:cubicBezTo>
                  <a:pt x="3670030" y="2023875"/>
                  <a:pt x="3494581" y="2084280"/>
                  <a:pt x="3308191" y="2084280"/>
                </a:cubicBezTo>
                <a:lnTo>
                  <a:pt x="850074" y="2084280"/>
                </a:lnTo>
                <a:cubicBezTo>
                  <a:pt x="494764" y="2084280"/>
                  <a:pt x="182978" y="1846837"/>
                  <a:pt x="88342" y="1503937"/>
                </a:cubicBezTo>
                <a:cubicBezTo>
                  <a:pt x="33878" y="1305726"/>
                  <a:pt x="4646" y="1104691"/>
                  <a:pt x="0" y="904598"/>
                </a:cubicBezTo>
                <a:cubicBezTo>
                  <a:pt x="406657" y="1292316"/>
                  <a:pt x="885835" y="1799254"/>
                  <a:pt x="2005994" y="1814782"/>
                </a:cubicBezTo>
                <a:cubicBezTo>
                  <a:pt x="3397004" y="1834074"/>
                  <a:pt x="3996462" y="1182153"/>
                  <a:pt x="4104096" y="0"/>
                </a:cubicBezTo>
                <a:cubicBezTo>
                  <a:pt x="4265606" y="474826"/>
                  <a:pt x="4276193" y="995116"/>
                  <a:pt x="4122152" y="1486174"/>
                </a:cubicBezTo>
                <a:close/>
              </a:path>
            </a:pathLst>
          </a:custGeom>
          <a:solidFill>
            <a:srgbClr val="E49B31">
              <a:alpha val="40000"/>
            </a:srgb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0136363" y="5495048"/>
            <a:ext cx="514983" cy="426832"/>
          </a:xfrm>
          <a:custGeom>
            <a:avLst/>
            <a:gdLst/>
            <a:ahLst/>
            <a:cxnLst/>
            <a:rect l="l" t="t" r="r" b="b"/>
            <a:pathLst>
              <a:path w="863484" h="715679">
                <a:moveTo>
                  <a:pt x="811608" y="51877"/>
                </a:moveTo>
                <a:lnTo>
                  <a:pt x="863485" y="715679"/>
                </a:lnTo>
                <a:lnTo>
                  <a:pt x="0" y="715679"/>
                </a:lnTo>
                <a:lnTo>
                  <a:pt x="435654" y="414892"/>
                </a:lnTo>
                <a:lnTo>
                  <a:pt x="427831" y="0"/>
                </a:lnTo>
                <a:close/>
              </a:path>
            </a:pathLst>
          </a:custGeom>
          <a:solidFill>
            <a:srgbClr val="102048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1147738" y="5357402"/>
            <a:ext cx="371162" cy="635617"/>
          </a:xfrm>
          <a:custGeom>
            <a:avLst/>
            <a:gdLst/>
            <a:ahLst/>
            <a:cxnLst/>
            <a:rect l="l" t="t" r="r" b="b"/>
            <a:pathLst>
              <a:path w="622336" h="1065754">
                <a:moveTo>
                  <a:pt x="388953" y="0"/>
                </a:moveTo>
                <a:lnTo>
                  <a:pt x="622337" y="567873"/>
                </a:lnTo>
                <a:lnTo>
                  <a:pt x="31113" y="1065755"/>
                </a:lnTo>
                <a:lnTo>
                  <a:pt x="116692" y="505645"/>
                </a:lnTo>
                <a:lnTo>
                  <a:pt x="0" y="132219"/>
                </a:lnTo>
                <a:close/>
              </a:path>
            </a:pathLst>
          </a:custGeom>
          <a:solidFill>
            <a:srgbClr val="102048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0221625" y="3447324"/>
            <a:ext cx="534921" cy="2140577"/>
          </a:xfrm>
          <a:custGeom>
            <a:avLst/>
            <a:gdLst/>
            <a:ahLst/>
            <a:cxnLst/>
            <a:rect l="l" t="t" r="r" b="b"/>
            <a:pathLst>
              <a:path w="896914" h="3589157">
                <a:moveTo>
                  <a:pt x="896915" y="0"/>
                </a:moveTo>
                <a:cubicBezTo>
                  <a:pt x="889150" y="21762"/>
                  <a:pt x="881975" y="49818"/>
                  <a:pt x="875152" y="82755"/>
                </a:cubicBezTo>
                <a:cubicBezTo>
                  <a:pt x="863624" y="140336"/>
                  <a:pt x="853685" y="213739"/>
                  <a:pt x="845274" y="300258"/>
                </a:cubicBezTo>
                <a:cubicBezTo>
                  <a:pt x="817865" y="582812"/>
                  <a:pt x="806396" y="1002586"/>
                  <a:pt x="803279" y="1448532"/>
                </a:cubicBezTo>
                <a:cubicBezTo>
                  <a:pt x="796750" y="2452706"/>
                  <a:pt x="834686" y="3589158"/>
                  <a:pt x="834686" y="3589158"/>
                </a:cubicBezTo>
                <a:lnTo>
                  <a:pt x="676647" y="3586687"/>
                </a:lnTo>
                <a:lnTo>
                  <a:pt x="287693" y="3580747"/>
                </a:lnTo>
                <a:lnTo>
                  <a:pt x="150181" y="3578570"/>
                </a:lnTo>
                <a:cubicBezTo>
                  <a:pt x="-58324" y="1987820"/>
                  <a:pt x="1140" y="644452"/>
                  <a:pt x="32548" y="176743"/>
                </a:cubicBezTo>
                <a:cubicBezTo>
                  <a:pt x="33489" y="160569"/>
                  <a:pt x="34724" y="145629"/>
                  <a:pt x="35371" y="131631"/>
                </a:cubicBezTo>
                <a:cubicBezTo>
                  <a:pt x="41899" y="45759"/>
                  <a:pt x="46252" y="0"/>
                  <a:pt x="46252" y="0"/>
                </a:cubicBezTo>
                <a:lnTo>
                  <a:pt x="896915" y="0"/>
                </a:lnTo>
                <a:close/>
              </a:path>
            </a:pathLst>
          </a:custGeom>
          <a:solidFill>
            <a:srgbClr val="1F3C88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0527555" y="3484436"/>
            <a:ext cx="940306" cy="2072454"/>
          </a:xfrm>
          <a:custGeom>
            <a:avLst/>
            <a:gdLst/>
            <a:ahLst/>
            <a:cxnLst/>
            <a:rect l="l" t="t" r="r" b="b"/>
            <a:pathLst>
              <a:path w="1576633" h="3474935">
                <a:moveTo>
                  <a:pt x="1576634" y="3288252"/>
                </a:moveTo>
                <a:lnTo>
                  <a:pt x="1497585" y="3307838"/>
                </a:lnTo>
                <a:lnTo>
                  <a:pt x="1083105" y="3411473"/>
                </a:lnTo>
                <a:lnTo>
                  <a:pt x="829841" y="3474936"/>
                </a:lnTo>
                <a:cubicBezTo>
                  <a:pt x="829841" y="3474936"/>
                  <a:pt x="529877" y="2361834"/>
                  <a:pt x="290318" y="1386304"/>
                </a:cubicBezTo>
                <a:cubicBezTo>
                  <a:pt x="175214" y="915831"/>
                  <a:pt x="73756" y="477354"/>
                  <a:pt x="27055" y="211269"/>
                </a:cubicBezTo>
                <a:cubicBezTo>
                  <a:pt x="10881" y="117280"/>
                  <a:pt x="1235" y="44759"/>
                  <a:pt x="0" y="0"/>
                </a:cubicBezTo>
                <a:lnTo>
                  <a:pt x="362192" y="20527"/>
                </a:lnTo>
                <a:lnTo>
                  <a:pt x="819607" y="46641"/>
                </a:lnTo>
                <a:cubicBezTo>
                  <a:pt x="819607" y="46641"/>
                  <a:pt x="830783" y="112281"/>
                  <a:pt x="852603" y="230266"/>
                </a:cubicBezTo>
                <a:cubicBezTo>
                  <a:pt x="939652" y="700504"/>
                  <a:pt x="1195150" y="2002465"/>
                  <a:pt x="1576634" y="3288252"/>
                </a:cubicBezTo>
                <a:close/>
              </a:path>
            </a:pathLst>
          </a:custGeom>
          <a:solidFill>
            <a:srgbClr val="1F3C88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192032" y="3447324"/>
            <a:ext cx="843981" cy="182152"/>
          </a:xfrm>
          <a:custGeom>
            <a:avLst/>
            <a:gdLst/>
            <a:ahLst/>
            <a:cxnLst/>
            <a:rect l="l" t="t" r="r" b="b"/>
            <a:pathLst>
              <a:path w="1415124" h="305420">
                <a:moveTo>
                  <a:pt x="1415124" y="292494"/>
                </a:moveTo>
                <a:cubicBezTo>
                  <a:pt x="1230911" y="307728"/>
                  <a:pt x="1055403" y="308375"/>
                  <a:pt x="894893" y="300258"/>
                </a:cubicBezTo>
                <a:cubicBezTo>
                  <a:pt x="785671" y="294671"/>
                  <a:pt x="683330" y="285025"/>
                  <a:pt x="589635" y="273497"/>
                </a:cubicBezTo>
                <a:cubicBezTo>
                  <a:pt x="358134" y="244559"/>
                  <a:pt x="179508" y="202564"/>
                  <a:pt x="82167" y="176743"/>
                </a:cubicBezTo>
                <a:cubicBezTo>
                  <a:pt x="28938" y="162451"/>
                  <a:pt x="0" y="153099"/>
                  <a:pt x="0" y="153099"/>
                </a:cubicBezTo>
                <a:lnTo>
                  <a:pt x="84931" y="131631"/>
                </a:lnTo>
                <a:lnTo>
                  <a:pt x="608927" y="0"/>
                </a:lnTo>
                <a:lnTo>
                  <a:pt x="946534" y="0"/>
                </a:lnTo>
                <a:cubicBezTo>
                  <a:pt x="938770" y="21762"/>
                  <a:pt x="931594" y="49818"/>
                  <a:pt x="924771" y="82755"/>
                </a:cubicBezTo>
                <a:lnTo>
                  <a:pt x="1382187" y="108869"/>
                </a:lnTo>
                <a:cubicBezTo>
                  <a:pt x="1382128" y="108928"/>
                  <a:pt x="1393362" y="174567"/>
                  <a:pt x="1415124" y="292494"/>
                </a:cubicBezTo>
                <a:close/>
              </a:path>
            </a:pathLst>
          </a:custGeom>
          <a:solidFill>
            <a:srgbClr val="102048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471781" y="3901131"/>
            <a:ext cx="256632" cy="482535"/>
          </a:xfrm>
          <a:custGeom>
            <a:avLst/>
            <a:gdLst/>
            <a:ahLst/>
            <a:cxnLst/>
            <a:rect l="l" t="t" r="r" b="b"/>
            <a:pathLst>
              <a:path w="430301" h="809079">
                <a:moveTo>
                  <a:pt x="400011" y="809079"/>
                </a:moveTo>
                <a:cubicBezTo>
                  <a:pt x="374837" y="703563"/>
                  <a:pt x="255969" y="203917"/>
                  <a:pt x="240501" y="119280"/>
                </a:cubicBezTo>
                <a:lnTo>
                  <a:pt x="0" y="29114"/>
                </a:lnTo>
                <a:lnTo>
                  <a:pt x="10940" y="0"/>
                </a:lnTo>
                <a:lnTo>
                  <a:pt x="269968" y="97106"/>
                </a:lnTo>
                <a:lnTo>
                  <a:pt x="269968" y="107870"/>
                </a:lnTo>
                <a:cubicBezTo>
                  <a:pt x="271733" y="130926"/>
                  <a:pt x="366838" y="535583"/>
                  <a:pt x="430301" y="801845"/>
                </a:cubicBezTo>
                <a:lnTo>
                  <a:pt x="400011" y="809079"/>
                </a:lnTo>
                <a:close/>
              </a:path>
            </a:pathLst>
          </a:custGeom>
          <a:solidFill>
            <a:srgbClr val="3A6BEA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0233425" y="4620339"/>
            <a:ext cx="193877" cy="34937"/>
          </a:xfrm>
          <a:custGeom>
            <a:avLst/>
            <a:gdLst/>
            <a:ahLst/>
            <a:cxnLst/>
            <a:rect l="l" t="t" r="r" b="b"/>
            <a:pathLst>
              <a:path w="325078" h="58581">
                <a:moveTo>
                  <a:pt x="189036" y="58581"/>
                </a:moveTo>
                <a:cubicBezTo>
                  <a:pt x="75873" y="58581"/>
                  <a:pt x="3999" y="30526"/>
                  <a:pt x="0" y="28879"/>
                </a:cubicBezTo>
                <a:lnTo>
                  <a:pt x="11528" y="0"/>
                </a:lnTo>
                <a:cubicBezTo>
                  <a:pt x="12763" y="530"/>
                  <a:pt x="139689" y="49700"/>
                  <a:pt x="319138" y="14763"/>
                </a:cubicBezTo>
                <a:lnTo>
                  <a:pt x="325079" y="45289"/>
                </a:lnTo>
                <a:cubicBezTo>
                  <a:pt x="275320" y="54994"/>
                  <a:pt x="229502" y="58581"/>
                  <a:pt x="189036" y="58581"/>
                </a:cubicBezTo>
                <a:close/>
              </a:path>
            </a:pathLst>
          </a:custGeom>
          <a:solidFill>
            <a:srgbClr val="3A6BEA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0801130" y="4599713"/>
            <a:ext cx="198824" cy="42550"/>
          </a:xfrm>
          <a:custGeom>
            <a:avLst/>
            <a:gdLst/>
            <a:ahLst/>
            <a:cxnLst/>
            <a:rect l="l" t="t" r="r" b="b"/>
            <a:pathLst>
              <a:path w="333372" h="71344">
                <a:moveTo>
                  <a:pt x="137983" y="71344"/>
                </a:moveTo>
                <a:cubicBezTo>
                  <a:pt x="65522" y="71344"/>
                  <a:pt x="4764" y="60051"/>
                  <a:pt x="0" y="59169"/>
                </a:cubicBezTo>
                <a:lnTo>
                  <a:pt x="5823" y="28585"/>
                </a:lnTo>
                <a:cubicBezTo>
                  <a:pt x="7940" y="28996"/>
                  <a:pt x="218386" y="67933"/>
                  <a:pt x="315551" y="0"/>
                </a:cubicBezTo>
                <a:lnTo>
                  <a:pt x="333372" y="25467"/>
                </a:lnTo>
                <a:cubicBezTo>
                  <a:pt x="281613" y="61698"/>
                  <a:pt x="204858" y="71344"/>
                  <a:pt x="137983" y="71344"/>
                </a:cubicBezTo>
                <a:close/>
              </a:path>
            </a:pathLst>
          </a:custGeom>
          <a:solidFill>
            <a:srgbClr val="3A6BEA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 rot="18447534">
            <a:off x="10423311" y="5724773"/>
            <a:ext cx="18557" cy="91555"/>
          </a:xfrm>
          <a:custGeom>
            <a:avLst/>
            <a:gdLst/>
            <a:ahLst/>
            <a:cxnLst/>
            <a:rect l="l" t="t" r="r" b="b"/>
            <a:pathLst>
              <a:path w="31114" h="153512">
                <a:moveTo>
                  <a:pt x="0" y="0"/>
                </a:moveTo>
                <a:lnTo>
                  <a:pt x="31115" y="0"/>
                </a:lnTo>
                <a:lnTo>
                  <a:pt x="31115" y="153513"/>
                </a:lnTo>
                <a:lnTo>
                  <a:pt x="0" y="153513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 rot="17526278">
            <a:off x="11257567" y="5625688"/>
            <a:ext cx="18556" cy="106813"/>
          </a:xfrm>
          <a:custGeom>
            <a:avLst/>
            <a:gdLst/>
            <a:ahLst/>
            <a:cxnLst/>
            <a:rect l="l" t="t" r="r" b="b"/>
            <a:pathLst>
              <a:path w="31113" h="179096">
                <a:moveTo>
                  <a:pt x="0" y="0"/>
                </a:moveTo>
                <a:lnTo>
                  <a:pt x="31114" y="0"/>
                </a:lnTo>
                <a:lnTo>
                  <a:pt x="31114" y="179096"/>
                </a:lnTo>
                <a:lnTo>
                  <a:pt x="0" y="179096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0085324" y="2432862"/>
            <a:ext cx="930975" cy="1122983"/>
          </a:xfrm>
          <a:custGeom>
            <a:avLst/>
            <a:gdLst/>
            <a:ahLst/>
            <a:cxnLst/>
            <a:rect l="l" t="t" r="r" b="b"/>
            <a:pathLst>
              <a:path w="1560988" h="1882932">
                <a:moveTo>
                  <a:pt x="668979" y="0"/>
                </a:moveTo>
                <a:cubicBezTo>
                  <a:pt x="668979" y="0"/>
                  <a:pt x="134807" y="67404"/>
                  <a:pt x="0" y="669037"/>
                </a:cubicBezTo>
                <a:lnTo>
                  <a:pt x="160746" y="1384775"/>
                </a:lnTo>
                <a:lnTo>
                  <a:pt x="88166" y="1861894"/>
                </a:lnTo>
                <a:cubicBezTo>
                  <a:pt x="88166" y="1861894"/>
                  <a:pt x="814196" y="1934474"/>
                  <a:pt x="1560989" y="1810018"/>
                </a:cubicBezTo>
                <a:lnTo>
                  <a:pt x="1334134" y="593811"/>
                </a:lnTo>
                <a:lnTo>
                  <a:pt x="668979" y="0"/>
                </a:lnTo>
                <a:close/>
              </a:path>
            </a:pathLst>
          </a:custGeom>
          <a:solidFill>
            <a:srgbClr val="FFA89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10647177" y="2963315"/>
            <a:ext cx="147989" cy="378915"/>
          </a:xfrm>
          <a:custGeom>
            <a:avLst/>
            <a:gdLst/>
            <a:ahLst/>
            <a:cxnLst/>
            <a:rect l="l" t="t" r="r" b="b"/>
            <a:pathLst>
              <a:path w="248137" h="635335">
                <a:moveTo>
                  <a:pt x="58807" y="635335"/>
                </a:moveTo>
                <a:cubicBezTo>
                  <a:pt x="58807" y="635335"/>
                  <a:pt x="-101938" y="517350"/>
                  <a:pt x="108095" y="0"/>
                </a:cubicBezTo>
                <a:lnTo>
                  <a:pt x="248138" y="509527"/>
                </a:lnTo>
                <a:lnTo>
                  <a:pt x="58807" y="635335"/>
                </a:lnTo>
                <a:close/>
              </a:path>
            </a:pathLst>
          </a:custGeom>
          <a:solidFill>
            <a:srgbClr val="E8817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0285516" y="2719571"/>
            <a:ext cx="390441" cy="234833"/>
          </a:xfrm>
          <a:custGeom>
            <a:avLst/>
            <a:gdLst/>
            <a:ahLst/>
            <a:cxnLst/>
            <a:rect l="l" t="t" r="r" b="b"/>
            <a:pathLst>
              <a:path w="654661" h="393751">
                <a:moveTo>
                  <a:pt x="38819" y="393751"/>
                </a:moveTo>
                <a:lnTo>
                  <a:pt x="0" y="320407"/>
                </a:lnTo>
                <a:lnTo>
                  <a:pt x="597634" y="3975"/>
                </a:lnTo>
                <a:cubicBezTo>
                  <a:pt x="614338" y="-4848"/>
                  <a:pt x="635041" y="1504"/>
                  <a:pt x="643864" y="18208"/>
                </a:cubicBezTo>
                <a:lnTo>
                  <a:pt x="650687" y="31089"/>
                </a:lnTo>
                <a:cubicBezTo>
                  <a:pt x="659509" y="47793"/>
                  <a:pt x="653157" y="68496"/>
                  <a:pt x="636453" y="77319"/>
                </a:cubicBezTo>
                <a:lnTo>
                  <a:pt x="38819" y="393751"/>
                </a:lnTo>
                <a:close/>
              </a:path>
            </a:pathLst>
          </a:custGeom>
          <a:solidFill>
            <a:srgbClr val="102048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0362716" y="2774218"/>
            <a:ext cx="399933" cy="467477"/>
          </a:xfrm>
          <a:custGeom>
            <a:avLst/>
            <a:gdLst/>
            <a:ahLst/>
            <a:cxnLst/>
            <a:rect l="l" t="t" r="r" b="b"/>
            <a:pathLst>
              <a:path w="670578" h="783831">
                <a:moveTo>
                  <a:pt x="670579" y="783832"/>
                </a:moveTo>
                <a:lnTo>
                  <a:pt x="654698" y="775127"/>
                </a:lnTo>
                <a:lnTo>
                  <a:pt x="448429" y="663729"/>
                </a:lnTo>
                <a:lnTo>
                  <a:pt x="102705" y="476692"/>
                </a:lnTo>
                <a:cubicBezTo>
                  <a:pt x="96471" y="434992"/>
                  <a:pt x="101176" y="399525"/>
                  <a:pt x="126055" y="375234"/>
                </a:cubicBezTo>
                <a:lnTo>
                  <a:pt x="108940" y="368411"/>
                </a:lnTo>
                <a:cubicBezTo>
                  <a:pt x="80944" y="356589"/>
                  <a:pt x="60417" y="331357"/>
                  <a:pt x="54829" y="301184"/>
                </a:cubicBezTo>
                <a:lnTo>
                  <a:pt x="54182" y="297479"/>
                </a:lnTo>
                <a:cubicBezTo>
                  <a:pt x="45183" y="267306"/>
                  <a:pt x="49536" y="239309"/>
                  <a:pt x="52300" y="223723"/>
                </a:cubicBezTo>
                <a:lnTo>
                  <a:pt x="60417" y="213136"/>
                </a:lnTo>
                <a:cubicBezTo>
                  <a:pt x="80649" y="186668"/>
                  <a:pt x="89648" y="173317"/>
                  <a:pt x="115821" y="152437"/>
                </a:cubicBezTo>
                <a:lnTo>
                  <a:pt x="71650" y="154907"/>
                </a:lnTo>
                <a:cubicBezTo>
                  <a:pt x="71650" y="154907"/>
                  <a:pt x="-37277" y="184786"/>
                  <a:pt x="13481" y="114795"/>
                </a:cubicBezTo>
                <a:cubicBezTo>
                  <a:pt x="48359" y="66271"/>
                  <a:pt x="126409" y="25158"/>
                  <a:pt x="170932" y="4631"/>
                </a:cubicBezTo>
                <a:cubicBezTo>
                  <a:pt x="189577" y="-4073"/>
                  <a:pt x="212339" y="-368"/>
                  <a:pt x="226632" y="14571"/>
                </a:cubicBezTo>
                <a:cubicBezTo>
                  <a:pt x="376320" y="169847"/>
                  <a:pt x="639523" y="355942"/>
                  <a:pt x="639523" y="355942"/>
                </a:cubicBezTo>
                <a:lnTo>
                  <a:pt x="642346" y="393879"/>
                </a:lnTo>
                <a:lnTo>
                  <a:pt x="667873" y="743307"/>
                </a:lnTo>
                <a:lnTo>
                  <a:pt x="670579" y="783832"/>
                </a:lnTo>
                <a:close/>
              </a:path>
            </a:pathLst>
          </a:custGeom>
          <a:solidFill>
            <a:srgbClr val="FFD2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28" name="Group 28"/>
          <p:cNvGrpSpPr/>
          <p:nvPr/>
        </p:nvGrpSpPr>
        <p:grpSpPr>
          <a:xfrm>
            <a:off x="10383033" y="2847231"/>
            <a:ext cx="140452" cy="145164"/>
            <a:chOff x="1415006" y="1204085"/>
            <a:chExt cx="235500" cy="243400"/>
          </a:xfrm>
          <a:solidFill>
            <a:srgbClr val="FFBB8D"/>
          </a:solidFill>
        </p:grpSpPr>
        <p:sp>
          <p:nvSpPr>
            <p:cNvPr id="29" name="Freeform 29"/>
            <p:cNvSpPr/>
            <p:nvPr/>
          </p:nvSpPr>
          <p:spPr>
            <a:xfrm>
              <a:off x="1415006" y="1204085"/>
              <a:ext cx="235500" cy="66833"/>
            </a:xfrm>
            <a:custGeom>
              <a:avLst/>
              <a:gdLst/>
              <a:ahLst/>
              <a:cxnLst/>
              <a:rect l="l" t="t" r="r" b="b"/>
              <a:pathLst>
                <a:path w="235500" h="66833">
                  <a:moveTo>
                    <a:pt x="228620" y="66833"/>
                  </a:moveTo>
                  <a:lnTo>
                    <a:pt x="134454" y="20839"/>
                  </a:lnTo>
                  <a:cubicBezTo>
                    <a:pt x="124632" y="16016"/>
                    <a:pt x="113692" y="14487"/>
                    <a:pt x="102929" y="16369"/>
                  </a:cubicBezTo>
                  <a:lnTo>
                    <a:pt x="2646" y="33837"/>
                  </a:lnTo>
                  <a:lnTo>
                    <a:pt x="0" y="18486"/>
                  </a:lnTo>
                  <a:lnTo>
                    <a:pt x="100282" y="1018"/>
                  </a:lnTo>
                  <a:cubicBezTo>
                    <a:pt x="114339" y="-1452"/>
                    <a:pt x="128514" y="606"/>
                    <a:pt x="141335" y="6841"/>
                  </a:cubicBezTo>
                  <a:lnTo>
                    <a:pt x="235501" y="52835"/>
                  </a:lnTo>
                  <a:lnTo>
                    <a:pt x="228620" y="66833"/>
                  </a:lnTo>
                  <a:close/>
                </a:path>
              </a:pathLst>
            </a:custGeom>
            <a:solidFill>
              <a:srgbClr val="FFBB8D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433180" y="1297621"/>
              <a:ext cx="198505" cy="61698"/>
            </a:xfrm>
            <a:custGeom>
              <a:avLst/>
              <a:gdLst/>
              <a:ahLst/>
              <a:cxnLst/>
              <a:rect l="l" t="t" r="r" b="b"/>
              <a:pathLst>
                <a:path w="198505" h="61698">
                  <a:moveTo>
                    <a:pt x="192918" y="61699"/>
                  </a:moveTo>
                  <a:lnTo>
                    <a:pt x="79990" y="18410"/>
                  </a:lnTo>
                  <a:cubicBezTo>
                    <a:pt x="74991" y="16469"/>
                    <a:pt x="69697" y="15528"/>
                    <a:pt x="64286" y="15528"/>
                  </a:cubicBezTo>
                  <a:lnTo>
                    <a:pt x="0" y="15528"/>
                  </a:lnTo>
                  <a:lnTo>
                    <a:pt x="0" y="0"/>
                  </a:lnTo>
                  <a:lnTo>
                    <a:pt x="64286" y="0"/>
                  </a:lnTo>
                  <a:cubicBezTo>
                    <a:pt x="71579" y="0"/>
                    <a:pt x="78755" y="1294"/>
                    <a:pt x="85578" y="3941"/>
                  </a:cubicBezTo>
                  <a:lnTo>
                    <a:pt x="198506" y="47230"/>
                  </a:lnTo>
                  <a:lnTo>
                    <a:pt x="192918" y="61699"/>
                  </a:lnTo>
                  <a:close/>
                </a:path>
              </a:pathLst>
            </a:custGeom>
            <a:solidFill>
              <a:srgbClr val="FFBB8D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438767" y="1389647"/>
              <a:ext cx="177390" cy="57838"/>
            </a:xfrm>
            <a:custGeom>
              <a:avLst/>
              <a:gdLst/>
              <a:ahLst/>
              <a:cxnLst/>
              <a:rect l="l" t="t" r="r" b="b"/>
              <a:pathLst>
                <a:path w="177390" h="57838">
                  <a:moveTo>
                    <a:pt x="171803" y="57839"/>
                  </a:moveTo>
                  <a:lnTo>
                    <a:pt x="69227" y="19079"/>
                  </a:lnTo>
                  <a:cubicBezTo>
                    <a:pt x="61228" y="16020"/>
                    <a:pt x="52406" y="14903"/>
                    <a:pt x="43760" y="15903"/>
                  </a:cubicBezTo>
                  <a:lnTo>
                    <a:pt x="1765" y="20667"/>
                  </a:lnTo>
                  <a:lnTo>
                    <a:pt x="0" y="5198"/>
                  </a:lnTo>
                  <a:lnTo>
                    <a:pt x="42054" y="434"/>
                  </a:lnTo>
                  <a:cubicBezTo>
                    <a:pt x="53053" y="-801"/>
                    <a:pt x="64404" y="610"/>
                    <a:pt x="74814" y="4551"/>
                  </a:cubicBezTo>
                  <a:lnTo>
                    <a:pt x="177391" y="43311"/>
                  </a:lnTo>
                  <a:lnTo>
                    <a:pt x="171803" y="57839"/>
                  </a:lnTo>
                  <a:close/>
                </a:path>
              </a:pathLst>
            </a:custGeom>
            <a:solidFill>
              <a:srgbClr val="FFBB8D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0630159" y="2963315"/>
            <a:ext cx="130842" cy="273189"/>
          </a:xfrm>
          <a:custGeom>
            <a:avLst/>
            <a:gdLst/>
            <a:ahLst/>
            <a:cxnLst/>
            <a:rect l="l" t="t" r="r" b="b"/>
            <a:pathLst>
              <a:path w="219385" h="458062">
                <a:moveTo>
                  <a:pt x="219386" y="426302"/>
                </a:moveTo>
                <a:lnTo>
                  <a:pt x="206328" y="458063"/>
                </a:lnTo>
                <a:lnTo>
                  <a:pt x="0" y="346664"/>
                </a:lnTo>
                <a:lnTo>
                  <a:pt x="136631" y="0"/>
                </a:lnTo>
                <a:lnTo>
                  <a:pt x="193859" y="76873"/>
                </a:lnTo>
                <a:close/>
              </a:path>
            </a:pathLst>
          </a:custGeom>
          <a:solidFill>
            <a:srgbClr val="E28B6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0682250" y="3306661"/>
            <a:ext cx="334014" cy="205788"/>
          </a:xfrm>
          <a:custGeom>
            <a:avLst/>
            <a:gdLst/>
            <a:ahLst/>
            <a:cxnLst/>
            <a:rect l="l" t="t" r="r" b="b"/>
            <a:pathLst>
              <a:path w="560050" h="345051">
                <a:moveTo>
                  <a:pt x="0" y="59640"/>
                </a:moveTo>
                <a:cubicBezTo>
                  <a:pt x="0" y="59640"/>
                  <a:pt x="308610" y="352663"/>
                  <a:pt x="560050" y="344900"/>
                </a:cubicBezTo>
                <a:lnTo>
                  <a:pt x="487412" y="0"/>
                </a:lnTo>
                <a:lnTo>
                  <a:pt x="0" y="59640"/>
                </a:lnTo>
                <a:close/>
              </a:path>
            </a:pathLst>
          </a:custGeom>
          <a:solidFill>
            <a:srgbClr val="E8817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10484304" y="2431419"/>
            <a:ext cx="699157" cy="1012923"/>
          </a:xfrm>
          <a:custGeom>
            <a:avLst/>
            <a:gdLst/>
            <a:ahLst/>
            <a:cxnLst/>
            <a:rect l="l" t="t" r="r" b="b"/>
            <a:pathLst>
              <a:path w="1172294" h="1698392">
                <a:moveTo>
                  <a:pt x="0" y="2420"/>
                </a:moveTo>
                <a:cubicBezTo>
                  <a:pt x="0" y="2420"/>
                  <a:pt x="37995" y="-1521"/>
                  <a:pt x="101341" y="655"/>
                </a:cubicBezTo>
                <a:cubicBezTo>
                  <a:pt x="724207" y="21947"/>
                  <a:pt x="1201326" y="557941"/>
                  <a:pt x="1170918" y="1180455"/>
                </a:cubicBezTo>
                <a:cubicBezTo>
                  <a:pt x="1158331" y="1437777"/>
                  <a:pt x="1091516" y="1693276"/>
                  <a:pt x="876424" y="1698393"/>
                </a:cubicBezTo>
                <a:lnTo>
                  <a:pt x="331901" y="1527237"/>
                </a:lnTo>
                <a:cubicBezTo>
                  <a:pt x="383248" y="1334613"/>
                  <a:pt x="421596" y="1134872"/>
                  <a:pt x="381189" y="891901"/>
                </a:cubicBezTo>
                <a:lnTo>
                  <a:pt x="633982" y="1012475"/>
                </a:lnTo>
                <a:lnTo>
                  <a:pt x="0" y="2420"/>
                </a:lnTo>
                <a:close/>
              </a:path>
            </a:pathLst>
          </a:custGeom>
          <a:solidFill>
            <a:srgbClr val="FFA89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9946134" y="2743410"/>
            <a:ext cx="644141" cy="595733"/>
          </a:xfrm>
          <a:custGeom>
            <a:avLst/>
            <a:gdLst/>
            <a:ahLst/>
            <a:cxnLst/>
            <a:rect l="l" t="t" r="r" b="b"/>
            <a:pathLst>
              <a:path w="1080046" h="998880">
                <a:moveTo>
                  <a:pt x="1080047" y="980176"/>
                </a:moveTo>
                <a:lnTo>
                  <a:pt x="318962" y="998880"/>
                </a:lnTo>
                <a:lnTo>
                  <a:pt x="298082" y="934476"/>
                </a:lnTo>
                <a:lnTo>
                  <a:pt x="221562" y="699210"/>
                </a:lnTo>
                <a:lnTo>
                  <a:pt x="0" y="18645"/>
                </a:lnTo>
                <a:lnTo>
                  <a:pt x="761085" y="0"/>
                </a:lnTo>
                <a:close/>
              </a:path>
            </a:pathLst>
          </a:custGeom>
          <a:solidFill>
            <a:srgbClr val="D3D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10078309" y="3111801"/>
            <a:ext cx="96289" cy="188931"/>
          </a:xfrm>
          <a:custGeom>
            <a:avLst/>
            <a:gdLst/>
            <a:ahLst/>
            <a:cxnLst/>
            <a:rect l="l" t="t" r="r" b="b"/>
            <a:pathLst>
              <a:path w="161451" h="316785">
                <a:moveTo>
                  <a:pt x="161451" y="0"/>
                </a:moveTo>
                <a:cubicBezTo>
                  <a:pt x="161451" y="0"/>
                  <a:pt x="160216" y="210328"/>
                  <a:pt x="76520" y="316785"/>
                </a:cubicBezTo>
                <a:lnTo>
                  <a:pt x="0" y="81520"/>
                </a:lnTo>
                <a:lnTo>
                  <a:pt x="161451" y="0"/>
                </a:lnTo>
                <a:close/>
              </a:path>
            </a:pathLst>
          </a:custGeom>
          <a:solidFill>
            <a:srgbClr val="1F3C88">
              <a:alpha val="30000"/>
            </a:srgbClr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grpSp>
        <p:nvGrpSpPr>
          <p:cNvPr id="37" name="Group 37"/>
          <p:cNvGrpSpPr/>
          <p:nvPr/>
        </p:nvGrpSpPr>
        <p:grpSpPr>
          <a:xfrm>
            <a:off x="9942942" y="2936540"/>
            <a:ext cx="238560" cy="349953"/>
            <a:chOff x="677096" y="1353832"/>
            <a:chExt cx="399999" cy="586775"/>
          </a:xfrm>
        </p:grpSpPr>
        <p:sp>
          <p:nvSpPr>
            <p:cNvPr id="38" name="Freeform 38"/>
            <p:cNvSpPr/>
            <p:nvPr/>
          </p:nvSpPr>
          <p:spPr>
            <a:xfrm>
              <a:off x="677096" y="1353832"/>
              <a:ext cx="399999" cy="586775"/>
            </a:xfrm>
            <a:custGeom>
              <a:avLst/>
              <a:gdLst/>
              <a:ahLst/>
              <a:cxnLst/>
              <a:rect l="l" t="t" r="r" b="b"/>
              <a:pathLst>
                <a:path w="399999" h="586775">
                  <a:moveTo>
                    <a:pt x="19290" y="277396"/>
                  </a:moveTo>
                  <a:cubicBezTo>
                    <a:pt x="43287" y="199994"/>
                    <a:pt x="86929" y="128532"/>
                    <a:pt x="134982" y="64069"/>
                  </a:cubicBezTo>
                  <a:cubicBezTo>
                    <a:pt x="150274" y="43542"/>
                    <a:pt x="183506" y="-6864"/>
                    <a:pt x="215443" y="783"/>
                  </a:cubicBezTo>
                  <a:cubicBezTo>
                    <a:pt x="280259" y="16369"/>
                    <a:pt x="215443" y="130414"/>
                    <a:pt x="215443" y="130414"/>
                  </a:cubicBezTo>
                  <a:cubicBezTo>
                    <a:pt x="215443" y="130414"/>
                    <a:pt x="277671" y="37072"/>
                    <a:pt x="301021" y="83714"/>
                  </a:cubicBezTo>
                  <a:cubicBezTo>
                    <a:pt x="324371" y="130414"/>
                    <a:pt x="290669" y="182231"/>
                    <a:pt x="290669" y="182231"/>
                  </a:cubicBezTo>
                  <a:cubicBezTo>
                    <a:pt x="290669" y="182231"/>
                    <a:pt x="389187" y="117416"/>
                    <a:pt x="352897" y="247047"/>
                  </a:cubicBezTo>
                  <a:cubicBezTo>
                    <a:pt x="352897" y="247047"/>
                    <a:pt x="433299" y="236695"/>
                    <a:pt x="384011" y="324861"/>
                  </a:cubicBezTo>
                  <a:cubicBezTo>
                    <a:pt x="348839" y="387795"/>
                    <a:pt x="326077" y="457904"/>
                    <a:pt x="282023" y="515779"/>
                  </a:cubicBezTo>
                  <a:cubicBezTo>
                    <a:pt x="237676" y="574008"/>
                    <a:pt x="154274" y="606710"/>
                    <a:pt x="84988" y="573478"/>
                  </a:cubicBezTo>
                  <a:cubicBezTo>
                    <a:pt x="3527" y="534424"/>
                    <a:pt x="-6883" y="430260"/>
                    <a:pt x="3174" y="350976"/>
                  </a:cubicBezTo>
                  <a:cubicBezTo>
                    <a:pt x="6291" y="325920"/>
                    <a:pt x="11820" y="301394"/>
                    <a:pt x="19290" y="277396"/>
                  </a:cubicBezTo>
                  <a:close/>
                </a:path>
              </a:pathLst>
            </a:custGeom>
            <a:solidFill>
              <a:srgbClr val="FFD2B3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39" name="Freeform 39"/>
            <p:cNvSpPr/>
            <p:nvPr/>
          </p:nvSpPr>
          <p:spPr>
            <a:xfrm>
              <a:off x="828274" y="1427897"/>
              <a:ext cx="89417" cy="182862"/>
            </a:xfrm>
            <a:custGeom>
              <a:avLst/>
              <a:gdLst/>
              <a:ahLst/>
              <a:cxnLst/>
              <a:rect l="l" t="t" r="r" b="b"/>
              <a:pathLst>
                <a:path w="89417" h="182862">
                  <a:moveTo>
                    <a:pt x="7801" y="182863"/>
                  </a:moveTo>
                  <a:cubicBezTo>
                    <a:pt x="6743" y="182863"/>
                    <a:pt x="5684" y="182628"/>
                    <a:pt x="4625" y="182216"/>
                  </a:cubicBezTo>
                  <a:cubicBezTo>
                    <a:pt x="684" y="180451"/>
                    <a:pt x="-1080" y="175864"/>
                    <a:pt x="684" y="171923"/>
                  </a:cubicBezTo>
                  <a:lnTo>
                    <a:pt x="74558" y="4649"/>
                  </a:lnTo>
                  <a:cubicBezTo>
                    <a:pt x="76264" y="708"/>
                    <a:pt x="80910" y="-1056"/>
                    <a:pt x="84792" y="649"/>
                  </a:cubicBezTo>
                  <a:cubicBezTo>
                    <a:pt x="88733" y="2414"/>
                    <a:pt x="90497" y="7002"/>
                    <a:pt x="88733" y="10942"/>
                  </a:cubicBezTo>
                  <a:lnTo>
                    <a:pt x="14859" y="178216"/>
                  </a:lnTo>
                  <a:cubicBezTo>
                    <a:pt x="13624" y="181098"/>
                    <a:pt x="10801" y="182863"/>
                    <a:pt x="7801" y="182863"/>
                  </a:cubicBezTo>
                  <a:close/>
                </a:path>
              </a:pathLst>
            </a:custGeom>
            <a:solidFill>
              <a:srgbClr val="FFBB8D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0" name="Freeform 40"/>
            <p:cNvSpPr/>
            <p:nvPr/>
          </p:nvSpPr>
          <p:spPr>
            <a:xfrm>
              <a:off x="904159" y="1507655"/>
              <a:ext cx="85571" cy="165333"/>
            </a:xfrm>
            <a:custGeom>
              <a:avLst/>
              <a:gdLst/>
              <a:ahLst/>
              <a:cxnLst/>
              <a:rect l="l" t="t" r="r" b="b"/>
              <a:pathLst>
                <a:path w="85571" h="165333">
                  <a:moveTo>
                    <a:pt x="7790" y="165334"/>
                  </a:moveTo>
                  <a:cubicBezTo>
                    <a:pt x="6672" y="165334"/>
                    <a:pt x="5555" y="165098"/>
                    <a:pt x="4496" y="164569"/>
                  </a:cubicBezTo>
                  <a:cubicBezTo>
                    <a:pt x="614" y="162746"/>
                    <a:pt x="-1092" y="158099"/>
                    <a:pt x="732" y="154217"/>
                  </a:cubicBezTo>
                  <a:lnTo>
                    <a:pt x="70723" y="4471"/>
                  </a:lnTo>
                  <a:cubicBezTo>
                    <a:pt x="72605" y="589"/>
                    <a:pt x="77252" y="-1058"/>
                    <a:pt x="81075" y="706"/>
                  </a:cubicBezTo>
                  <a:cubicBezTo>
                    <a:pt x="84957" y="2530"/>
                    <a:pt x="86663" y="7176"/>
                    <a:pt x="84839" y="11058"/>
                  </a:cubicBezTo>
                  <a:lnTo>
                    <a:pt x="14848" y="160805"/>
                  </a:lnTo>
                  <a:cubicBezTo>
                    <a:pt x="13495" y="163628"/>
                    <a:pt x="10731" y="165334"/>
                    <a:pt x="7790" y="165334"/>
                  </a:cubicBezTo>
                  <a:close/>
                </a:path>
              </a:pathLst>
            </a:custGeom>
            <a:solidFill>
              <a:srgbClr val="FFBB8D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1" name="Freeform 41"/>
            <p:cNvSpPr/>
            <p:nvPr/>
          </p:nvSpPr>
          <p:spPr>
            <a:xfrm>
              <a:off x="962492" y="1593221"/>
              <a:ext cx="75891" cy="130290"/>
            </a:xfrm>
            <a:custGeom>
              <a:avLst/>
              <a:gdLst/>
              <a:ahLst/>
              <a:cxnLst/>
              <a:rect l="l" t="t" r="r" b="b"/>
              <a:pathLst>
                <a:path w="75891" h="130290">
                  <a:moveTo>
                    <a:pt x="7802" y="130291"/>
                  </a:moveTo>
                  <a:cubicBezTo>
                    <a:pt x="6567" y="130291"/>
                    <a:pt x="5332" y="129997"/>
                    <a:pt x="4156" y="129409"/>
                  </a:cubicBezTo>
                  <a:cubicBezTo>
                    <a:pt x="391" y="127409"/>
                    <a:pt x="-1138" y="122704"/>
                    <a:pt x="921" y="118881"/>
                  </a:cubicBezTo>
                  <a:lnTo>
                    <a:pt x="61208" y="4130"/>
                  </a:lnTo>
                  <a:cubicBezTo>
                    <a:pt x="63266" y="365"/>
                    <a:pt x="67913" y="-1105"/>
                    <a:pt x="71736" y="895"/>
                  </a:cubicBezTo>
                  <a:cubicBezTo>
                    <a:pt x="75500" y="2894"/>
                    <a:pt x="77029" y="7600"/>
                    <a:pt x="74971" y="11423"/>
                  </a:cubicBezTo>
                  <a:lnTo>
                    <a:pt x="14684" y="126174"/>
                  </a:lnTo>
                  <a:cubicBezTo>
                    <a:pt x="13272" y="128821"/>
                    <a:pt x="10566" y="130291"/>
                    <a:pt x="7802" y="130291"/>
                  </a:cubicBezTo>
                  <a:close/>
                </a:path>
              </a:pathLst>
            </a:custGeom>
            <a:solidFill>
              <a:srgbClr val="FFBB8D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10077607" y="2728257"/>
            <a:ext cx="190194" cy="55669"/>
          </a:xfrm>
          <a:custGeom>
            <a:avLst/>
            <a:gdLst/>
            <a:ahLst/>
            <a:cxnLst/>
            <a:rect l="l" t="t" r="r" b="b"/>
            <a:pathLst>
              <a:path w="318903" h="93341">
                <a:moveTo>
                  <a:pt x="318903" y="93342"/>
                </a:moveTo>
                <a:lnTo>
                  <a:pt x="46641" y="93342"/>
                </a:lnTo>
                <a:lnTo>
                  <a:pt x="0" y="0"/>
                </a:lnTo>
                <a:lnTo>
                  <a:pt x="272262" y="0"/>
                </a:lnTo>
                <a:close/>
              </a:path>
            </a:pathLst>
          </a:custGeom>
          <a:solidFill>
            <a:srgbClr val="102048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10396961" y="2575924"/>
            <a:ext cx="171641" cy="38187"/>
          </a:xfrm>
          <a:custGeom>
            <a:avLst/>
            <a:gdLst/>
            <a:ahLst/>
            <a:cxnLst/>
            <a:rect l="l" t="t" r="r" b="b"/>
            <a:pathLst>
              <a:path w="287796" h="64030">
                <a:moveTo>
                  <a:pt x="139099" y="64030"/>
                </a:moveTo>
                <a:cubicBezTo>
                  <a:pt x="58343" y="64030"/>
                  <a:pt x="5291" y="24094"/>
                  <a:pt x="4527" y="23506"/>
                </a:cubicBezTo>
                <a:cubicBezTo>
                  <a:pt x="-590" y="19565"/>
                  <a:pt x="-1473" y="12272"/>
                  <a:pt x="2409" y="7155"/>
                </a:cubicBezTo>
                <a:cubicBezTo>
                  <a:pt x="6350" y="2096"/>
                  <a:pt x="13643" y="1097"/>
                  <a:pt x="18760" y="5037"/>
                </a:cubicBezTo>
                <a:cubicBezTo>
                  <a:pt x="23230" y="8390"/>
                  <a:pt x="128806" y="86969"/>
                  <a:pt x="270141" y="1685"/>
                </a:cubicBezTo>
                <a:cubicBezTo>
                  <a:pt x="275612" y="-1668"/>
                  <a:pt x="282846" y="155"/>
                  <a:pt x="286140" y="5625"/>
                </a:cubicBezTo>
                <a:cubicBezTo>
                  <a:pt x="289433" y="11154"/>
                  <a:pt x="287669" y="18330"/>
                  <a:pt x="282140" y="21624"/>
                </a:cubicBezTo>
                <a:cubicBezTo>
                  <a:pt x="229382" y="53502"/>
                  <a:pt x="180564" y="64030"/>
                  <a:pt x="139099" y="64030"/>
                </a:cubicBezTo>
                <a:close/>
              </a:path>
            </a:pathLst>
          </a:custGeom>
          <a:solidFill>
            <a:srgbClr val="E8817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10675334" y="2954686"/>
            <a:ext cx="320119" cy="394489"/>
          </a:xfrm>
          <a:custGeom>
            <a:avLst/>
            <a:gdLst/>
            <a:ahLst/>
            <a:cxnLst/>
            <a:rect l="l" t="t" r="r" b="b"/>
            <a:pathLst>
              <a:path w="536752" h="661449">
                <a:moveTo>
                  <a:pt x="11655" y="661450"/>
                </a:moveTo>
                <a:cubicBezTo>
                  <a:pt x="10597" y="661450"/>
                  <a:pt x="9479" y="661274"/>
                  <a:pt x="8362" y="660980"/>
                </a:cubicBezTo>
                <a:cubicBezTo>
                  <a:pt x="2186" y="659156"/>
                  <a:pt x="-1343" y="652627"/>
                  <a:pt x="480" y="646452"/>
                </a:cubicBezTo>
                <a:cubicBezTo>
                  <a:pt x="112349" y="267615"/>
                  <a:pt x="50298" y="19880"/>
                  <a:pt x="49650" y="17410"/>
                </a:cubicBezTo>
                <a:lnTo>
                  <a:pt x="45122" y="0"/>
                </a:lnTo>
                <a:lnTo>
                  <a:pt x="527005" y="80755"/>
                </a:lnTo>
                <a:cubicBezTo>
                  <a:pt x="533357" y="81814"/>
                  <a:pt x="537651" y="87813"/>
                  <a:pt x="536592" y="94165"/>
                </a:cubicBezTo>
                <a:cubicBezTo>
                  <a:pt x="535534" y="100576"/>
                  <a:pt x="529181" y="104870"/>
                  <a:pt x="523182" y="103752"/>
                </a:cubicBezTo>
                <a:lnTo>
                  <a:pt x="75942" y="28761"/>
                </a:lnTo>
                <a:cubicBezTo>
                  <a:pt x="87881" y="92107"/>
                  <a:pt x="119760" y="325079"/>
                  <a:pt x="22948" y="653039"/>
                </a:cubicBezTo>
                <a:cubicBezTo>
                  <a:pt x="21301" y="658156"/>
                  <a:pt x="16655" y="661450"/>
                  <a:pt x="11655" y="661450"/>
                </a:cubicBezTo>
                <a:close/>
              </a:path>
            </a:pathLst>
          </a:custGeom>
          <a:solidFill>
            <a:srgbClr val="E8817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5" name="Freeform 45"/>
          <p:cNvSpPr/>
          <p:nvPr/>
        </p:nvSpPr>
        <p:spPr>
          <a:xfrm>
            <a:off x="10788195" y="2674901"/>
            <a:ext cx="111506" cy="323211"/>
          </a:xfrm>
          <a:custGeom>
            <a:avLst/>
            <a:gdLst/>
            <a:ahLst/>
            <a:cxnLst/>
            <a:rect l="l" t="t" r="r" b="b"/>
            <a:pathLst>
              <a:path w="186964" h="541936">
                <a:moveTo>
                  <a:pt x="175024" y="541937"/>
                </a:moveTo>
                <a:cubicBezTo>
                  <a:pt x="174789" y="541937"/>
                  <a:pt x="174553" y="541937"/>
                  <a:pt x="174318" y="541937"/>
                </a:cubicBezTo>
                <a:cubicBezTo>
                  <a:pt x="167907" y="541525"/>
                  <a:pt x="162967" y="535996"/>
                  <a:pt x="163378" y="529585"/>
                </a:cubicBezTo>
                <a:cubicBezTo>
                  <a:pt x="163496" y="527056"/>
                  <a:pt x="176436" y="276086"/>
                  <a:pt x="1986" y="18176"/>
                </a:cubicBezTo>
                <a:cubicBezTo>
                  <a:pt x="-1602" y="12824"/>
                  <a:pt x="-190" y="5589"/>
                  <a:pt x="5103" y="2002"/>
                </a:cubicBezTo>
                <a:cubicBezTo>
                  <a:pt x="10455" y="-1586"/>
                  <a:pt x="17690" y="-233"/>
                  <a:pt x="21337" y="5119"/>
                </a:cubicBezTo>
                <a:cubicBezTo>
                  <a:pt x="200374" y="269852"/>
                  <a:pt x="186846" y="528409"/>
                  <a:pt x="186670" y="530997"/>
                </a:cubicBezTo>
                <a:cubicBezTo>
                  <a:pt x="186258" y="537173"/>
                  <a:pt x="181141" y="541937"/>
                  <a:pt x="175024" y="541937"/>
                </a:cubicBezTo>
                <a:close/>
              </a:path>
            </a:pathLst>
          </a:custGeom>
          <a:solidFill>
            <a:srgbClr val="E8817C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6" name="Freeform 46"/>
          <p:cNvSpPr/>
          <p:nvPr/>
        </p:nvSpPr>
        <p:spPr>
          <a:xfrm>
            <a:off x="10410605" y="2262032"/>
            <a:ext cx="201278" cy="283713"/>
          </a:xfrm>
          <a:custGeom>
            <a:avLst/>
            <a:gdLst/>
            <a:ahLst/>
            <a:cxnLst/>
            <a:rect l="l" t="t" r="r" b="b"/>
            <a:pathLst>
              <a:path w="337488" h="475707">
                <a:moveTo>
                  <a:pt x="337489" y="0"/>
                </a:moveTo>
                <a:lnTo>
                  <a:pt x="337489" y="300317"/>
                </a:lnTo>
                <a:cubicBezTo>
                  <a:pt x="337489" y="397188"/>
                  <a:pt x="261968" y="475708"/>
                  <a:pt x="168744" y="475708"/>
                </a:cubicBezTo>
                <a:cubicBezTo>
                  <a:pt x="75520" y="475708"/>
                  <a:pt x="0" y="397188"/>
                  <a:pt x="0" y="300317"/>
                </a:cubicBezTo>
                <a:lnTo>
                  <a:pt x="0" y="0"/>
                </a:lnTo>
                <a:lnTo>
                  <a:pt x="337489" y="0"/>
                </a:lnTo>
                <a:close/>
              </a:path>
            </a:pathLst>
          </a:custGeom>
          <a:solidFill>
            <a:srgbClr val="FFD2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7" name="Freeform 47"/>
          <p:cNvSpPr/>
          <p:nvPr/>
        </p:nvSpPr>
        <p:spPr>
          <a:xfrm>
            <a:off x="10410640" y="2271362"/>
            <a:ext cx="106146" cy="157220"/>
          </a:xfrm>
          <a:custGeom>
            <a:avLst/>
            <a:gdLst/>
            <a:ahLst/>
            <a:cxnLst/>
            <a:rect l="l" t="t" r="r" b="b"/>
            <a:pathLst>
              <a:path w="177978" h="263615">
                <a:moveTo>
                  <a:pt x="177979" y="24409"/>
                </a:moveTo>
                <a:cubicBezTo>
                  <a:pt x="177979" y="24409"/>
                  <a:pt x="160451" y="209975"/>
                  <a:pt x="0" y="263615"/>
                </a:cubicBezTo>
                <a:lnTo>
                  <a:pt x="0" y="0"/>
                </a:lnTo>
                <a:lnTo>
                  <a:pt x="177979" y="24409"/>
                </a:lnTo>
                <a:close/>
              </a:path>
            </a:pathLst>
          </a:custGeom>
          <a:solidFill>
            <a:srgbClr val="FFBB8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8" name="Freeform 48"/>
          <p:cNvSpPr/>
          <p:nvPr/>
        </p:nvSpPr>
        <p:spPr>
          <a:xfrm>
            <a:off x="10329928" y="1989756"/>
            <a:ext cx="258803" cy="355382"/>
          </a:xfrm>
          <a:custGeom>
            <a:avLst/>
            <a:gdLst/>
            <a:ahLst/>
            <a:cxnLst/>
            <a:rect l="l" t="t" r="r" b="b"/>
            <a:pathLst>
              <a:path w="433941" h="595877">
                <a:moveTo>
                  <a:pt x="7934" y="114222"/>
                </a:moveTo>
                <a:cubicBezTo>
                  <a:pt x="7934" y="114222"/>
                  <a:pt x="-44412" y="535465"/>
                  <a:pt x="119804" y="585400"/>
                </a:cubicBezTo>
                <a:cubicBezTo>
                  <a:pt x="284019" y="635394"/>
                  <a:pt x="433942" y="490235"/>
                  <a:pt x="433942" y="490235"/>
                </a:cubicBezTo>
                <a:lnTo>
                  <a:pt x="403005" y="142806"/>
                </a:lnTo>
                <a:lnTo>
                  <a:pt x="160269" y="0"/>
                </a:lnTo>
                <a:lnTo>
                  <a:pt x="7934" y="114222"/>
                </a:lnTo>
                <a:close/>
              </a:path>
            </a:pathLst>
          </a:custGeom>
          <a:solidFill>
            <a:srgbClr val="FFD2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9" name="Freeform 49"/>
          <p:cNvSpPr/>
          <p:nvPr/>
        </p:nvSpPr>
        <p:spPr>
          <a:xfrm>
            <a:off x="10244103" y="1901907"/>
            <a:ext cx="654611" cy="662429"/>
          </a:xfrm>
          <a:custGeom>
            <a:avLst/>
            <a:gdLst/>
            <a:ahLst/>
            <a:cxnLst/>
            <a:rect l="l" t="t" r="r" b="b"/>
            <a:pathLst>
              <a:path w="1097602" h="1110711">
                <a:moveTo>
                  <a:pt x="1086081" y="1080186"/>
                </a:moveTo>
                <a:lnTo>
                  <a:pt x="762179" y="1101654"/>
                </a:lnTo>
                <a:cubicBezTo>
                  <a:pt x="721183" y="1056542"/>
                  <a:pt x="698010" y="993079"/>
                  <a:pt x="682835" y="921499"/>
                </a:cubicBezTo>
                <a:cubicBezTo>
                  <a:pt x="669190" y="995196"/>
                  <a:pt x="679953" y="1056424"/>
                  <a:pt x="716125" y="1104771"/>
                </a:cubicBezTo>
                <a:lnTo>
                  <a:pt x="628371" y="1110712"/>
                </a:lnTo>
                <a:cubicBezTo>
                  <a:pt x="550557" y="994314"/>
                  <a:pt x="485211" y="736698"/>
                  <a:pt x="562379" y="516371"/>
                </a:cubicBezTo>
                <a:lnTo>
                  <a:pt x="571378" y="464377"/>
                </a:lnTo>
                <a:cubicBezTo>
                  <a:pt x="571378" y="464377"/>
                  <a:pt x="515973" y="296633"/>
                  <a:pt x="435688" y="289516"/>
                </a:cubicBezTo>
                <a:cubicBezTo>
                  <a:pt x="435688" y="289516"/>
                  <a:pt x="160309" y="475317"/>
                  <a:pt x="37736" y="268048"/>
                </a:cubicBezTo>
                <a:cubicBezTo>
                  <a:pt x="-53724" y="113714"/>
                  <a:pt x="23444" y="-89203"/>
                  <a:pt x="243417" y="60485"/>
                </a:cubicBezTo>
                <a:cubicBezTo>
                  <a:pt x="243417" y="60485"/>
                  <a:pt x="772059" y="-187544"/>
                  <a:pt x="770825" y="320924"/>
                </a:cubicBezTo>
                <a:cubicBezTo>
                  <a:pt x="770530" y="412089"/>
                  <a:pt x="804762" y="501726"/>
                  <a:pt x="872283" y="562718"/>
                </a:cubicBezTo>
                <a:cubicBezTo>
                  <a:pt x="877870" y="568306"/>
                  <a:pt x="884105" y="573599"/>
                  <a:pt x="890634" y="578599"/>
                </a:cubicBezTo>
                <a:cubicBezTo>
                  <a:pt x="1009208" y="672529"/>
                  <a:pt x="1137075" y="859859"/>
                  <a:pt x="1086081" y="1080186"/>
                </a:cubicBezTo>
                <a:close/>
              </a:path>
            </a:pathLst>
          </a:custGeom>
          <a:solidFill>
            <a:srgbClr val="03112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0" name="Freeform 50"/>
          <p:cNvSpPr/>
          <p:nvPr/>
        </p:nvSpPr>
        <p:spPr>
          <a:xfrm rot="17271307">
            <a:off x="10534051" y="2133268"/>
            <a:ext cx="110141" cy="94217"/>
          </a:xfrm>
          <a:custGeom>
            <a:avLst/>
            <a:gdLst/>
            <a:ahLst/>
            <a:cxnLst/>
            <a:rect l="l" t="t" r="r" b="b"/>
            <a:pathLst>
              <a:path w="184676" h="157975">
                <a:moveTo>
                  <a:pt x="184677" y="78988"/>
                </a:moveTo>
                <a:cubicBezTo>
                  <a:pt x="184677" y="122611"/>
                  <a:pt x="143335" y="157975"/>
                  <a:pt x="92339" y="157975"/>
                </a:cubicBezTo>
                <a:cubicBezTo>
                  <a:pt x="41342" y="157975"/>
                  <a:pt x="1" y="122611"/>
                  <a:pt x="1" y="78988"/>
                </a:cubicBezTo>
                <a:cubicBezTo>
                  <a:pt x="1" y="35364"/>
                  <a:pt x="41342" y="0"/>
                  <a:pt x="92339" y="0"/>
                </a:cubicBezTo>
                <a:cubicBezTo>
                  <a:pt x="143336" y="0"/>
                  <a:pt x="184677" y="35364"/>
                  <a:pt x="184677" y="78988"/>
                </a:cubicBezTo>
                <a:close/>
              </a:path>
            </a:pathLst>
          </a:custGeom>
          <a:solidFill>
            <a:srgbClr val="FFD2B3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1" name="Freeform 51"/>
          <p:cNvSpPr/>
          <p:nvPr/>
        </p:nvSpPr>
        <p:spPr>
          <a:xfrm>
            <a:off x="10578664" y="2154482"/>
            <a:ext cx="39434" cy="43287"/>
          </a:xfrm>
          <a:custGeom>
            <a:avLst/>
            <a:gdLst/>
            <a:ahLst/>
            <a:cxnLst/>
            <a:rect l="l" t="t" r="r" b="b"/>
            <a:pathLst>
              <a:path w="66121" h="72579">
                <a:moveTo>
                  <a:pt x="7764" y="72580"/>
                </a:moveTo>
                <a:cubicBezTo>
                  <a:pt x="3471" y="72580"/>
                  <a:pt x="0" y="69109"/>
                  <a:pt x="0" y="64816"/>
                </a:cubicBezTo>
                <a:cubicBezTo>
                  <a:pt x="0" y="31232"/>
                  <a:pt x="26526" y="1588"/>
                  <a:pt x="57935" y="0"/>
                </a:cubicBezTo>
                <a:cubicBezTo>
                  <a:pt x="58052" y="0"/>
                  <a:pt x="58228" y="0"/>
                  <a:pt x="58346" y="0"/>
                </a:cubicBezTo>
                <a:cubicBezTo>
                  <a:pt x="62463" y="0"/>
                  <a:pt x="65875" y="3235"/>
                  <a:pt x="66110" y="7411"/>
                </a:cubicBezTo>
                <a:cubicBezTo>
                  <a:pt x="66345" y="11704"/>
                  <a:pt x="62993" y="15351"/>
                  <a:pt x="58699" y="15586"/>
                </a:cubicBezTo>
                <a:cubicBezTo>
                  <a:pt x="37878" y="16645"/>
                  <a:pt x="15528" y="36701"/>
                  <a:pt x="15528" y="64875"/>
                </a:cubicBezTo>
                <a:cubicBezTo>
                  <a:pt x="15528" y="69109"/>
                  <a:pt x="12058" y="72580"/>
                  <a:pt x="7764" y="72580"/>
                </a:cubicBezTo>
                <a:close/>
              </a:path>
            </a:pathLst>
          </a:custGeom>
          <a:solidFill>
            <a:srgbClr val="102048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2" name="Freeform 52"/>
          <p:cNvSpPr/>
          <p:nvPr/>
        </p:nvSpPr>
        <p:spPr>
          <a:xfrm>
            <a:off x="8252418" y="4423480"/>
            <a:ext cx="824724" cy="852400"/>
          </a:xfrm>
          <a:custGeom>
            <a:avLst/>
            <a:gdLst/>
            <a:ahLst/>
            <a:cxnLst/>
            <a:rect l="l" t="t" r="r" b="b"/>
            <a:pathLst>
              <a:path w="1382834" h="1429240">
                <a:moveTo>
                  <a:pt x="1134981" y="615809"/>
                </a:moveTo>
                <a:lnTo>
                  <a:pt x="1021113" y="615809"/>
                </a:lnTo>
                <a:cubicBezTo>
                  <a:pt x="976883" y="618749"/>
                  <a:pt x="952592" y="622455"/>
                  <a:pt x="948180" y="626866"/>
                </a:cubicBezTo>
                <a:cubicBezTo>
                  <a:pt x="943004" y="633512"/>
                  <a:pt x="936946" y="652863"/>
                  <a:pt x="929947" y="684918"/>
                </a:cubicBezTo>
                <a:cubicBezTo>
                  <a:pt x="922948" y="716973"/>
                  <a:pt x="919478" y="744087"/>
                  <a:pt x="919478" y="766143"/>
                </a:cubicBezTo>
                <a:cubicBezTo>
                  <a:pt x="919478" y="790435"/>
                  <a:pt x="929065" y="802610"/>
                  <a:pt x="948239" y="802610"/>
                </a:cubicBezTo>
                <a:lnTo>
                  <a:pt x="978059" y="802610"/>
                </a:lnTo>
                <a:lnTo>
                  <a:pt x="1078635" y="802610"/>
                </a:lnTo>
                <a:lnTo>
                  <a:pt x="1148274" y="800375"/>
                </a:lnTo>
                <a:cubicBezTo>
                  <a:pt x="1190269" y="800375"/>
                  <a:pt x="1219383" y="806668"/>
                  <a:pt x="1235616" y="819137"/>
                </a:cubicBezTo>
                <a:cubicBezTo>
                  <a:pt x="1251791" y="831665"/>
                  <a:pt x="1259966" y="854133"/>
                  <a:pt x="1259966" y="886541"/>
                </a:cubicBezTo>
                <a:cubicBezTo>
                  <a:pt x="1259966" y="933711"/>
                  <a:pt x="1230499" y="956179"/>
                  <a:pt x="1171565" y="953944"/>
                </a:cubicBezTo>
                <a:cubicBezTo>
                  <a:pt x="1145039" y="953239"/>
                  <a:pt x="1125512" y="953591"/>
                  <a:pt x="1112984" y="955062"/>
                </a:cubicBezTo>
                <a:lnTo>
                  <a:pt x="993586" y="955062"/>
                </a:lnTo>
                <a:cubicBezTo>
                  <a:pt x="964825" y="955062"/>
                  <a:pt x="945886" y="957474"/>
                  <a:pt x="936652" y="962238"/>
                </a:cubicBezTo>
                <a:cubicBezTo>
                  <a:pt x="927418" y="967061"/>
                  <a:pt x="922830" y="976412"/>
                  <a:pt x="922830" y="990411"/>
                </a:cubicBezTo>
                <a:cubicBezTo>
                  <a:pt x="922830" y="1020642"/>
                  <a:pt x="925418" y="1056756"/>
                  <a:pt x="930594" y="1098750"/>
                </a:cubicBezTo>
                <a:cubicBezTo>
                  <a:pt x="934300" y="1123042"/>
                  <a:pt x="941063" y="1141863"/>
                  <a:pt x="951062" y="1155097"/>
                </a:cubicBezTo>
                <a:cubicBezTo>
                  <a:pt x="961002" y="1168389"/>
                  <a:pt x="978529" y="1181623"/>
                  <a:pt x="1003585" y="1194916"/>
                </a:cubicBezTo>
                <a:cubicBezTo>
                  <a:pt x="1051462" y="1220736"/>
                  <a:pt x="1075459" y="1252791"/>
                  <a:pt x="1075459" y="1291080"/>
                </a:cubicBezTo>
                <a:cubicBezTo>
                  <a:pt x="1075459" y="1383187"/>
                  <a:pt x="942063" y="1429240"/>
                  <a:pt x="675331" y="1429240"/>
                </a:cubicBezTo>
                <a:cubicBezTo>
                  <a:pt x="565520" y="1429240"/>
                  <a:pt x="462709" y="1418536"/>
                  <a:pt x="366956" y="1397186"/>
                </a:cubicBezTo>
                <a:cubicBezTo>
                  <a:pt x="284436" y="1378776"/>
                  <a:pt x="243147" y="1342663"/>
                  <a:pt x="243147" y="1288845"/>
                </a:cubicBezTo>
                <a:cubicBezTo>
                  <a:pt x="243147" y="1246086"/>
                  <a:pt x="268203" y="1215501"/>
                  <a:pt x="318315" y="1197092"/>
                </a:cubicBezTo>
                <a:cubicBezTo>
                  <a:pt x="357369" y="1183093"/>
                  <a:pt x="380954" y="1165801"/>
                  <a:pt x="389071" y="1145157"/>
                </a:cubicBezTo>
                <a:cubicBezTo>
                  <a:pt x="394247" y="1131158"/>
                  <a:pt x="399952" y="1107397"/>
                  <a:pt x="406187" y="1073871"/>
                </a:cubicBezTo>
                <a:cubicBezTo>
                  <a:pt x="412421" y="1040346"/>
                  <a:pt x="415597" y="1015819"/>
                  <a:pt x="415597" y="1000351"/>
                </a:cubicBezTo>
                <a:cubicBezTo>
                  <a:pt x="415597" y="975295"/>
                  <a:pt x="400834" y="963884"/>
                  <a:pt x="371367" y="966060"/>
                </a:cubicBezTo>
                <a:lnTo>
                  <a:pt x="357016" y="967178"/>
                </a:lnTo>
                <a:lnTo>
                  <a:pt x="298435" y="967178"/>
                </a:lnTo>
                <a:lnTo>
                  <a:pt x="229914" y="969413"/>
                </a:lnTo>
                <a:cubicBezTo>
                  <a:pt x="190859" y="969413"/>
                  <a:pt x="163216" y="962767"/>
                  <a:pt x="146982" y="949533"/>
                </a:cubicBezTo>
                <a:cubicBezTo>
                  <a:pt x="130749" y="936241"/>
                  <a:pt x="122691" y="913773"/>
                  <a:pt x="122691" y="882130"/>
                </a:cubicBezTo>
                <a:cubicBezTo>
                  <a:pt x="122691" y="851192"/>
                  <a:pt x="131337" y="831488"/>
                  <a:pt x="148688" y="822960"/>
                </a:cubicBezTo>
                <a:cubicBezTo>
                  <a:pt x="165980" y="814491"/>
                  <a:pt x="204858" y="810256"/>
                  <a:pt x="265321" y="810256"/>
                </a:cubicBezTo>
                <a:lnTo>
                  <a:pt x="362604" y="810256"/>
                </a:lnTo>
                <a:cubicBezTo>
                  <a:pt x="386189" y="810256"/>
                  <a:pt x="401834" y="808021"/>
                  <a:pt x="409598" y="803609"/>
                </a:cubicBezTo>
                <a:cubicBezTo>
                  <a:pt x="417362" y="799198"/>
                  <a:pt x="421185" y="790376"/>
                  <a:pt x="421185" y="777083"/>
                </a:cubicBezTo>
                <a:cubicBezTo>
                  <a:pt x="421185" y="739500"/>
                  <a:pt x="415303" y="704857"/>
                  <a:pt x="403481" y="673155"/>
                </a:cubicBezTo>
                <a:cubicBezTo>
                  <a:pt x="392424" y="642923"/>
                  <a:pt x="376543" y="627807"/>
                  <a:pt x="355957" y="627807"/>
                </a:cubicBezTo>
                <a:lnTo>
                  <a:pt x="329431" y="628925"/>
                </a:lnTo>
                <a:lnTo>
                  <a:pt x="275261" y="628925"/>
                </a:lnTo>
                <a:lnTo>
                  <a:pt x="235442" y="630042"/>
                </a:lnTo>
                <a:lnTo>
                  <a:pt x="208916" y="631160"/>
                </a:lnTo>
                <a:cubicBezTo>
                  <a:pt x="169097" y="631160"/>
                  <a:pt x="141101" y="624514"/>
                  <a:pt x="124926" y="611280"/>
                </a:cubicBezTo>
                <a:cubicBezTo>
                  <a:pt x="108693" y="598046"/>
                  <a:pt x="100635" y="575519"/>
                  <a:pt x="100635" y="543876"/>
                </a:cubicBezTo>
                <a:cubicBezTo>
                  <a:pt x="100635" y="514409"/>
                  <a:pt x="107811" y="495235"/>
                  <a:pt x="122162" y="486412"/>
                </a:cubicBezTo>
                <a:cubicBezTo>
                  <a:pt x="136513" y="477590"/>
                  <a:pt x="167274" y="473120"/>
                  <a:pt x="214445" y="473120"/>
                </a:cubicBezTo>
                <a:cubicBezTo>
                  <a:pt x="238030" y="472414"/>
                  <a:pt x="252558" y="470885"/>
                  <a:pt x="258087" y="468708"/>
                </a:cubicBezTo>
                <a:cubicBezTo>
                  <a:pt x="263615" y="466473"/>
                  <a:pt x="266380" y="460239"/>
                  <a:pt x="266380" y="449887"/>
                </a:cubicBezTo>
                <a:cubicBezTo>
                  <a:pt x="266380" y="441065"/>
                  <a:pt x="256440" y="424479"/>
                  <a:pt x="236560" y="400129"/>
                </a:cubicBezTo>
                <a:cubicBezTo>
                  <a:pt x="233619" y="396423"/>
                  <a:pt x="225149" y="385013"/>
                  <a:pt x="211151" y="365839"/>
                </a:cubicBezTo>
                <a:cubicBezTo>
                  <a:pt x="154393" y="289201"/>
                  <a:pt x="111281" y="244265"/>
                  <a:pt x="81814" y="230972"/>
                </a:cubicBezTo>
                <a:cubicBezTo>
                  <a:pt x="45700" y="213269"/>
                  <a:pt x="23056" y="198741"/>
                  <a:pt x="13822" y="187331"/>
                </a:cubicBezTo>
                <a:cubicBezTo>
                  <a:pt x="4646" y="175920"/>
                  <a:pt x="0" y="157687"/>
                  <a:pt x="0" y="132631"/>
                </a:cubicBezTo>
                <a:cubicBezTo>
                  <a:pt x="0" y="83990"/>
                  <a:pt x="27820" y="49700"/>
                  <a:pt x="83461" y="29820"/>
                </a:cubicBezTo>
                <a:cubicBezTo>
                  <a:pt x="139101" y="9940"/>
                  <a:pt x="234737" y="0"/>
                  <a:pt x="370308" y="0"/>
                </a:cubicBezTo>
                <a:cubicBezTo>
                  <a:pt x="491176" y="0"/>
                  <a:pt x="583989" y="6999"/>
                  <a:pt x="648863" y="20998"/>
                </a:cubicBezTo>
                <a:cubicBezTo>
                  <a:pt x="678330" y="27644"/>
                  <a:pt x="702092" y="39819"/>
                  <a:pt x="720149" y="57464"/>
                </a:cubicBezTo>
                <a:cubicBezTo>
                  <a:pt x="738205" y="75168"/>
                  <a:pt x="747204" y="95048"/>
                  <a:pt x="747204" y="117163"/>
                </a:cubicBezTo>
                <a:cubicBezTo>
                  <a:pt x="747204" y="137043"/>
                  <a:pt x="737970" y="155864"/>
                  <a:pt x="719561" y="173509"/>
                </a:cubicBezTo>
                <a:cubicBezTo>
                  <a:pt x="691564" y="200035"/>
                  <a:pt x="677566" y="220327"/>
                  <a:pt x="677566" y="234325"/>
                </a:cubicBezTo>
                <a:cubicBezTo>
                  <a:pt x="677566" y="258616"/>
                  <a:pt x="696328" y="297318"/>
                  <a:pt x="733912" y="350370"/>
                </a:cubicBezTo>
                <a:cubicBezTo>
                  <a:pt x="758968" y="385013"/>
                  <a:pt x="782141" y="402305"/>
                  <a:pt x="803550" y="402305"/>
                </a:cubicBezTo>
                <a:cubicBezTo>
                  <a:pt x="828606" y="402305"/>
                  <a:pt x="859191" y="378366"/>
                  <a:pt x="895304" y="330431"/>
                </a:cubicBezTo>
                <a:cubicBezTo>
                  <a:pt x="921831" y="295788"/>
                  <a:pt x="935123" y="269615"/>
                  <a:pt x="935123" y="251970"/>
                </a:cubicBezTo>
                <a:cubicBezTo>
                  <a:pt x="935123" y="238736"/>
                  <a:pt x="933064" y="229149"/>
                  <a:pt x="929065" y="223209"/>
                </a:cubicBezTo>
                <a:cubicBezTo>
                  <a:pt x="925007" y="217327"/>
                  <a:pt x="911538" y="202976"/>
                  <a:pt x="888717" y="180096"/>
                </a:cubicBezTo>
                <a:cubicBezTo>
                  <a:pt x="871778" y="163157"/>
                  <a:pt x="863308" y="141042"/>
                  <a:pt x="863308" y="113751"/>
                </a:cubicBezTo>
                <a:cubicBezTo>
                  <a:pt x="863308" y="38584"/>
                  <a:pt x="955415" y="1000"/>
                  <a:pt x="1139628" y="1000"/>
                </a:cubicBezTo>
                <a:cubicBezTo>
                  <a:pt x="1228794" y="1000"/>
                  <a:pt x="1288081" y="6529"/>
                  <a:pt x="1317607" y="17586"/>
                </a:cubicBezTo>
                <a:cubicBezTo>
                  <a:pt x="1336781" y="24232"/>
                  <a:pt x="1352426" y="36937"/>
                  <a:pt x="1364601" y="55699"/>
                </a:cubicBezTo>
                <a:cubicBezTo>
                  <a:pt x="1376776" y="74521"/>
                  <a:pt x="1382834" y="95342"/>
                  <a:pt x="1382834" y="118162"/>
                </a:cubicBezTo>
                <a:cubicBezTo>
                  <a:pt x="1382834" y="145453"/>
                  <a:pt x="1376776" y="165863"/>
                  <a:pt x="1364601" y="179508"/>
                </a:cubicBezTo>
                <a:cubicBezTo>
                  <a:pt x="1352426" y="193153"/>
                  <a:pt x="1330487" y="204034"/>
                  <a:pt x="1298844" y="212092"/>
                </a:cubicBezTo>
                <a:cubicBezTo>
                  <a:pt x="1275964" y="218738"/>
                  <a:pt x="1255555" y="229208"/>
                  <a:pt x="1237499" y="243618"/>
                </a:cubicBezTo>
                <a:cubicBezTo>
                  <a:pt x="1219442" y="257969"/>
                  <a:pt x="1193857" y="285437"/>
                  <a:pt x="1160684" y="325961"/>
                </a:cubicBezTo>
                <a:cubicBezTo>
                  <a:pt x="1114278" y="382719"/>
                  <a:pt x="1087164" y="416244"/>
                  <a:pt x="1079459" y="426537"/>
                </a:cubicBezTo>
                <a:cubicBezTo>
                  <a:pt x="1071695" y="436889"/>
                  <a:pt x="1067872" y="444241"/>
                  <a:pt x="1067872" y="448652"/>
                </a:cubicBezTo>
                <a:cubicBezTo>
                  <a:pt x="1067872" y="459004"/>
                  <a:pt x="1076694" y="464121"/>
                  <a:pt x="1094398" y="464121"/>
                </a:cubicBezTo>
                <a:cubicBezTo>
                  <a:pt x="1098809" y="464121"/>
                  <a:pt x="1112102" y="463003"/>
                  <a:pt x="1134217" y="460827"/>
                </a:cubicBezTo>
                <a:cubicBezTo>
                  <a:pt x="1137922" y="460827"/>
                  <a:pt x="1148568" y="460827"/>
                  <a:pt x="1166272" y="460827"/>
                </a:cubicBezTo>
                <a:cubicBezTo>
                  <a:pt x="1210502" y="460827"/>
                  <a:pt x="1241027" y="467121"/>
                  <a:pt x="1258025" y="479649"/>
                </a:cubicBezTo>
                <a:cubicBezTo>
                  <a:pt x="1274965" y="492177"/>
                  <a:pt x="1283434" y="514644"/>
                  <a:pt x="1283434" y="547052"/>
                </a:cubicBezTo>
                <a:cubicBezTo>
                  <a:pt x="1283434" y="593458"/>
                  <a:pt x="1254673" y="615985"/>
                  <a:pt x="1197209" y="614456"/>
                </a:cubicBezTo>
                <a:cubicBezTo>
                  <a:pt x="1172565" y="613985"/>
                  <a:pt x="1151980" y="614338"/>
                  <a:pt x="1134981" y="61580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3" name="AutoShape 53"/>
          <p:cNvSpPr/>
          <p:nvPr/>
        </p:nvSpPr>
        <p:spPr>
          <a:xfrm>
            <a:off x="660400" y="1679512"/>
            <a:ext cx="6182022" cy="1728951"/>
          </a:xfrm>
          <a:prstGeom prst="roundRect">
            <a:avLst>
              <a:gd name="adj" fmla="val 5818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Efficiently processes intricate patterns in sensor data; ensuring accurate predictions.</a:t>
            </a:r>
          </a:p>
        </p:txBody>
      </p:sp>
      <p:sp>
        <p:nvSpPr>
          <p:cNvPr id="54" name="AutoShape 54"/>
          <p:cNvSpPr/>
          <p:nvPr/>
        </p:nvSpPr>
        <p:spPr>
          <a:xfrm>
            <a:off x="901700" y="1325880"/>
            <a:ext cx="4119880" cy="576027"/>
          </a:xfrm>
          <a:prstGeom prst="roundRect">
            <a:avLst/>
          </a:prstGeom>
          <a:solidFill>
            <a:schemeClr val="accent1"/>
          </a:solidFill>
          <a:ln cap="flat">
            <a:noFill/>
            <a:prstDash val="solid"/>
            <a:miter lim="800000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Capturing Temporal Dependencies</a:t>
            </a:r>
          </a:p>
        </p:txBody>
      </p:sp>
      <p:sp>
        <p:nvSpPr>
          <p:cNvPr id="55" name="AutoShape 55"/>
          <p:cNvSpPr/>
          <p:nvPr/>
        </p:nvSpPr>
        <p:spPr>
          <a:xfrm>
            <a:off x="660400" y="4169209"/>
            <a:ext cx="6182022" cy="1728951"/>
          </a:xfrm>
          <a:prstGeom prst="roundRect">
            <a:avLst>
              <a:gd name="adj" fmla="val 5818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Adapts to new datasets, maintaining performance; ensuring long-term reliability.</a:t>
            </a:r>
          </a:p>
        </p:txBody>
      </p:sp>
      <p:sp>
        <p:nvSpPr>
          <p:cNvPr id="56" name="AutoShape 56"/>
          <p:cNvSpPr/>
          <p:nvPr/>
        </p:nvSpPr>
        <p:spPr>
          <a:xfrm>
            <a:off x="901700" y="3815577"/>
            <a:ext cx="4119880" cy="576027"/>
          </a:xfrm>
          <a:prstGeom prst="roundRect">
            <a:avLst/>
          </a:prstGeom>
          <a:solidFill>
            <a:schemeClr val="accent2"/>
          </a:solidFill>
          <a:ln cap="flat">
            <a:noFill/>
            <a:prstDash val="solid"/>
            <a:miter lim="800000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Robustness and Adaptability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Model Advantages</a:t>
            </a:r>
            <a:endParaRPr lang="en-US" sz="110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1163301"/>
            <a:ext cx="10858500" cy="2649655"/>
          </a:xfrm>
        </p:spPr>
        <p:txBody>
          <a:bodyPr vert="horz" lIns="91440" tIns="45720" rIns="91440" bIns="45720" anchor="b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72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Thank you for watching.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1814" y="3812956"/>
            <a:ext cx="10858500" cy="818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dirty="0">
                <a:solidFill>
                  <a:srgbClr val="000000"/>
                </a:solidFill>
                <a:latin typeface="微软雅黑"/>
                <a:ea typeface="微软雅黑"/>
              </a:rPr>
              <a:t>See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/>
                <a:ea typeface="微软雅黑"/>
              </a:rPr>
              <a:t>you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/>
                <a:ea typeface="微软雅黑"/>
              </a:rPr>
              <a:t>on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/>
                <a:ea typeface="微软雅黑"/>
              </a:rPr>
              <a:t>the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/>
                <a:ea typeface="微软雅黑"/>
              </a:rPr>
              <a:t>next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/>
                <a:ea typeface="微软雅黑"/>
              </a:rPr>
              <a:t>one..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4859</Words>
  <Application>Microsoft Office PowerPoint</Application>
  <PresentationFormat>Widescreen</PresentationFormat>
  <Paragraphs>144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微软雅黑</vt:lpstr>
      <vt:lpstr>微软雅黑</vt:lpstr>
      <vt:lpstr>Arial</vt:lpstr>
      <vt:lpstr>Calibri</vt:lpstr>
      <vt:lpstr>Office Theme</vt:lpstr>
      <vt:lpstr>AI-Powered Predictive Maintenance System</vt:lpstr>
      <vt:lpstr>PowerPoint Presentation</vt:lpstr>
      <vt:lpstr>Introduction: The Challenge of Equipment Failure</vt:lpstr>
      <vt:lpstr>The High Cost of Unplanned Downtime</vt:lpstr>
      <vt:lpstr>Limitations of Traditional Maintenance</vt:lpstr>
      <vt:lpstr>Predictive Maintenance: An AI-Driven Solution</vt:lpstr>
      <vt:lpstr>Shifting Towards Data-Driven Approaches</vt:lpstr>
      <vt:lpstr>Key Benefits of Predictive Maintenance</vt:lpstr>
      <vt:lpstr>Project Objectives: Precision, Functionality, Trust</vt:lpstr>
      <vt:lpstr>Defining Measurable Project Goals</vt:lpstr>
      <vt:lpstr>Delivering a Tangible System</vt:lpstr>
      <vt:lpstr>Ensuring Reliability and Transparency</vt:lpstr>
      <vt:lpstr>Technical Architecture: Models and Data</vt:lpstr>
      <vt:lpstr>Leveraging NASA's C-MAPSS Dataset</vt:lpstr>
      <vt:lpstr>Multi-Model Strategy</vt:lpstr>
      <vt:lpstr>Data Processing and Feature Engineering</vt:lpstr>
      <vt:lpstr>Cleaning the Dataset</vt:lpstr>
      <vt:lpstr>Feature Engineering for Model Enhancement</vt:lpstr>
      <vt:lpstr>Exploratory Data Analysis: Unveiling Patterns</vt:lpstr>
      <vt:lpstr>Objective and Significance of EDA</vt:lpstr>
      <vt:lpstr>PowerPoint Presentation</vt:lpstr>
      <vt:lpstr>Model 1: Failure Classification with Random Forest</vt:lpstr>
      <vt:lpstr>PowerPoint Presentation</vt:lpstr>
      <vt:lpstr>PowerPoint Presentation</vt:lpstr>
      <vt:lpstr>Model 2: RUL Prediction with LSTM</vt:lpstr>
      <vt:lpstr>PowerPoint Presentation</vt:lpstr>
      <vt:lpstr>PowerPoint Presentation</vt:lpstr>
      <vt:lpstr>Thank you for watching.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olugbenga.adegoroye-W211394750</cp:lastModifiedBy>
  <cp:revision>2</cp:revision>
  <dcterms:created xsi:type="dcterms:W3CDTF">2025-10-29T21:41:50Z</dcterms:created>
  <dcterms:modified xsi:type="dcterms:W3CDTF">2025-10-30T03:36:17Z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{"ContentPropagator":"文多多","Label":"1","ReservedCode1":"1761774110843","ProduceID":"wenduoduo-pptx-1761774110843","ReservedCode2":"1761774110843","PropagateID":"wenduoduo-pptx1761774110843","ContentProducer":"文多多"}</vt:lpwstr>
  </property>
</Properties>
</file>